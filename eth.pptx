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kashi Niimura" userId="8603a65360c21126" providerId="LiveId" clId="{8F816CAA-7870-4432-ADDD-2D7E86636CD6}"/>
    <pc:docChg chg="undo redo custSel addSld delSld modSld sldOrd">
      <pc:chgData name="Takashi Niimura" userId="8603a65360c21126" providerId="LiveId" clId="{8F816CAA-7870-4432-ADDD-2D7E86636CD6}" dt="2026-04-15T22:42:39.043" v="7589" actId="115"/>
      <pc:docMkLst>
        <pc:docMk/>
      </pc:docMkLst>
      <pc:sldChg chg="addSp delSp modSp del mod">
        <pc:chgData name="Takashi Niimura" userId="8603a65360c21126" providerId="LiveId" clId="{8F816CAA-7870-4432-ADDD-2D7E86636CD6}" dt="2026-04-15T11:04:50.218" v="4228" actId="47"/>
        <pc:sldMkLst>
          <pc:docMk/>
          <pc:sldMk cId="2867270707" sldId="256"/>
        </pc:sldMkLst>
      </pc:sldChg>
      <pc:sldChg chg="addSp delSp modSp new mod modClrScheme chgLayout">
        <pc:chgData name="Takashi Niimura" userId="8603a65360c21126" providerId="LiveId" clId="{8F816CAA-7870-4432-ADDD-2D7E86636CD6}" dt="2026-04-15T22:42:39.043" v="7589" actId="115"/>
        <pc:sldMkLst>
          <pc:docMk/>
          <pc:sldMk cId="4106565451" sldId="256"/>
        </pc:sldMkLst>
        <pc:spChg chg="del mod ord">
          <ac:chgData name="Takashi Niimura" userId="8603a65360c21126" providerId="LiveId" clId="{8F816CAA-7870-4432-ADDD-2D7E86636CD6}" dt="2026-04-15T11:04:54.745" v="4232" actId="700"/>
          <ac:spMkLst>
            <pc:docMk/>
            <pc:sldMk cId="4106565451" sldId="256"/>
            <ac:spMk id="2" creationId="{EA02D190-6B3D-509E-A132-97CB23D16A76}"/>
          </ac:spMkLst>
        </pc:spChg>
        <pc:spChg chg="del mod ord">
          <ac:chgData name="Takashi Niimura" userId="8603a65360c21126" providerId="LiveId" clId="{8F816CAA-7870-4432-ADDD-2D7E86636CD6}" dt="2026-04-15T11:04:54.745" v="4232" actId="700"/>
          <ac:spMkLst>
            <pc:docMk/>
            <pc:sldMk cId="4106565451" sldId="256"/>
            <ac:spMk id="3" creationId="{9AECD311-B3D0-BF68-2C5C-35669C055EFB}"/>
          </ac:spMkLst>
        </pc:spChg>
        <pc:spChg chg="add del mod ord">
          <ac:chgData name="Takashi Niimura" userId="8603a65360c21126" providerId="LiveId" clId="{8F816CAA-7870-4432-ADDD-2D7E86636CD6}" dt="2026-04-15T11:04:57.574" v="4233" actId="700"/>
          <ac:spMkLst>
            <pc:docMk/>
            <pc:sldMk cId="4106565451" sldId="256"/>
            <ac:spMk id="4" creationId="{711F0C42-58EA-9DB0-85E2-503C9472AAE2}"/>
          </ac:spMkLst>
        </pc:spChg>
        <pc:spChg chg="add del mod ord">
          <ac:chgData name="Takashi Niimura" userId="8603a65360c21126" providerId="LiveId" clId="{8F816CAA-7870-4432-ADDD-2D7E86636CD6}" dt="2026-04-15T11:04:57.574" v="4233" actId="700"/>
          <ac:spMkLst>
            <pc:docMk/>
            <pc:sldMk cId="4106565451" sldId="256"/>
            <ac:spMk id="5" creationId="{89E75534-A806-3B2F-6748-653303C488ED}"/>
          </ac:spMkLst>
        </pc:spChg>
        <pc:spChg chg="add del mod ord">
          <ac:chgData name="Takashi Niimura" userId="8603a65360c21126" providerId="LiveId" clId="{8F816CAA-7870-4432-ADDD-2D7E86636CD6}" dt="2026-04-15T11:04:57.574" v="4233" actId="700"/>
          <ac:spMkLst>
            <pc:docMk/>
            <pc:sldMk cId="4106565451" sldId="256"/>
            <ac:spMk id="6" creationId="{1FBB4903-FE95-B419-E685-04736CA06A05}"/>
          </ac:spMkLst>
        </pc:spChg>
        <pc:spChg chg="add mod">
          <ac:chgData name="Takashi Niimura" userId="8603a65360c21126" providerId="LiveId" clId="{8F816CAA-7870-4432-ADDD-2D7E86636CD6}" dt="2026-04-15T11:19:58.642" v="5121" actId="1076"/>
          <ac:spMkLst>
            <pc:docMk/>
            <pc:sldMk cId="4106565451" sldId="256"/>
            <ac:spMk id="7" creationId="{EBCF3F56-2421-A91B-E0BD-D031D2902648}"/>
          </ac:spMkLst>
        </pc:spChg>
        <pc:spChg chg="add mod">
          <ac:chgData name="Takashi Niimura" userId="8603a65360c21126" providerId="LiveId" clId="{8F816CAA-7870-4432-ADDD-2D7E86636CD6}" dt="2026-04-15T22:42:39.043" v="7589" actId="115"/>
          <ac:spMkLst>
            <pc:docMk/>
            <pc:sldMk cId="4106565451" sldId="256"/>
            <ac:spMk id="8" creationId="{4A32E00B-2603-1704-56C4-BACE4AB2A78F}"/>
          </ac:spMkLst>
        </pc:spChg>
        <pc:spChg chg="add del mod">
          <ac:chgData name="Takashi Niimura" userId="8603a65360c21126" providerId="LiveId" clId="{8F816CAA-7870-4432-ADDD-2D7E86636CD6}" dt="2026-04-15T22:13:50.281" v="7030" actId="21"/>
          <ac:spMkLst>
            <pc:docMk/>
            <pc:sldMk cId="4106565451" sldId="256"/>
            <ac:spMk id="9" creationId="{185CA35E-EDB8-514C-3F88-6A4FAC2B7C37}"/>
          </ac:spMkLst>
        </pc:spChg>
        <pc:spChg chg="add mod">
          <ac:chgData name="Takashi Niimura" userId="8603a65360c21126" providerId="LiveId" clId="{8F816CAA-7870-4432-ADDD-2D7E86636CD6}" dt="2026-04-15T11:09:06.585" v="4360" actId="571"/>
          <ac:spMkLst>
            <pc:docMk/>
            <pc:sldMk cId="4106565451" sldId="256"/>
            <ac:spMk id="10" creationId="{4B15DB1C-803D-11E3-3C0E-1470C2648D3F}"/>
          </ac:spMkLst>
        </pc:spChg>
        <pc:spChg chg="add del mod">
          <ac:chgData name="Takashi Niimura" userId="8603a65360c21126" providerId="LiveId" clId="{8F816CAA-7870-4432-ADDD-2D7E86636CD6}" dt="2026-04-15T22:13:50.281" v="7030" actId="21"/>
          <ac:spMkLst>
            <pc:docMk/>
            <pc:sldMk cId="4106565451" sldId="256"/>
            <ac:spMk id="11" creationId="{565E201D-894C-E36C-5438-32391AF8623F}"/>
          </ac:spMkLst>
        </pc:spChg>
        <pc:spChg chg="add mod">
          <ac:chgData name="Takashi Niimura" userId="8603a65360c21126" providerId="LiveId" clId="{8F816CAA-7870-4432-ADDD-2D7E86636CD6}" dt="2026-04-15T22:30:06.010" v="7474" actId="20577"/>
          <ac:spMkLst>
            <pc:docMk/>
            <pc:sldMk cId="4106565451" sldId="256"/>
            <ac:spMk id="12" creationId="{123BCA97-E799-6A09-9DAA-DF156B3727FF}"/>
          </ac:spMkLst>
        </pc:spChg>
        <pc:spChg chg="add del mod">
          <ac:chgData name="Takashi Niimura" userId="8603a65360c21126" providerId="LiveId" clId="{8F816CAA-7870-4432-ADDD-2D7E86636CD6}" dt="2026-04-15T11:44:46.170" v="5909" actId="47"/>
          <ac:spMkLst>
            <pc:docMk/>
            <pc:sldMk cId="4106565451" sldId="256"/>
            <ac:spMk id="13" creationId="{089B5D66-5323-57B3-7A2E-9871D63A4CB6}"/>
          </ac:spMkLst>
        </pc:spChg>
        <pc:spChg chg="add mod">
          <ac:chgData name="Takashi Niimura" userId="8603a65360c21126" providerId="LiveId" clId="{8F816CAA-7870-4432-ADDD-2D7E86636CD6}" dt="2026-04-15T11:17:36.959" v="4802" actId="571"/>
          <ac:spMkLst>
            <pc:docMk/>
            <pc:sldMk cId="4106565451" sldId="256"/>
            <ac:spMk id="14" creationId="{64BB3A0B-CEBE-9190-0969-B8FF354B1C47}"/>
          </ac:spMkLst>
        </pc:spChg>
        <pc:spChg chg="add mod">
          <ac:chgData name="Takashi Niimura" userId="8603a65360c21126" providerId="LiveId" clId="{8F816CAA-7870-4432-ADDD-2D7E86636CD6}" dt="2026-04-15T11:17:36.959" v="4802" actId="571"/>
          <ac:spMkLst>
            <pc:docMk/>
            <pc:sldMk cId="4106565451" sldId="256"/>
            <ac:spMk id="15" creationId="{E436AECB-4AA1-9126-192C-3C5F8D58C73A}"/>
          </ac:spMkLst>
        </pc:spChg>
        <pc:spChg chg="add del mod">
          <ac:chgData name="Takashi Niimura" userId="8603a65360c21126" providerId="LiveId" clId="{8F816CAA-7870-4432-ADDD-2D7E86636CD6}" dt="2026-04-15T11:23:34.965" v="5138" actId="21"/>
          <ac:spMkLst>
            <pc:docMk/>
            <pc:sldMk cId="4106565451" sldId="256"/>
            <ac:spMk id="16" creationId="{18C0DFD8-4272-CD78-B6D3-6DEAC8141153}"/>
          </ac:spMkLst>
        </pc:spChg>
        <pc:spChg chg="add mod">
          <ac:chgData name="Takashi Niimura" userId="8603a65360c21126" providerId="LiveId" clId="{8F816CAA-7870-4432-ADDD-2D7E86636CD6}" dt="2026-04-15T22:28:39.021" v="7309" actId="20577"/>
          <ac:spMkLst>
            <pc:docMk/>
            <pc:sldMk cId="4106565451" sldId="256"/>
            <ac:spMk id="20" creationId="{64B2EBC0-ECFF-2C7E-4ACF-92866349154B}"/>
          </ac:spMkLst>
        </pc:spChg>
        <pc:spChg chg="add mod">
          <ac:chgData name="Takashi Niimura" userId="8603a65360c21126" providerId="LiveId" clId="{8F816CAA-7870-4432-ADDD-2D7E86636CD6}" dt="2026-04-15T22:28:45.450" v="7312" actId="20577"/>
          <ac:spMkLst>
            <pc:docMk/>
            <pc:sldMk cId="4106565451" sldId="256"/>
            <ac:spMk id="21" creationId="{6A9FCBFE-0ECF-7C51-9553-EA3A88FE00E2}"/>
          </ac:spMkLst>
        </pc:spChg>
        <pc:picChg chg="add mod">
          <ac:chgData name="Takashi Niimura" userId="8603a65360c21126" providerId="LiveId" clId="{8F816CAA-7870-4432-ADDD-2D7E86636CD6}" dt="2026-04-15T22:27:17.289" v="7299" actId="1076"/>
          <ac:picMkLst>
            <pc:docMk/>
            <pc:sldMk cId="4106565451" sldId="256"/>
            <ac:picMk id="17" creationId="{7D72EAC3-FEA4-F493-09F9-83F3700A1562}"/>
          </ac:picMkLst>
        </pc:picChg>
        <pc:picChg chg="add mod">
          <ac:chgData name="Takashi Niimura" userId="8603a65360c21126" providerId="LiveId" clId="{8F816CAA-7870-4432-ADDD-2D7E86636CD6}" dt="2026-04-15T22:28:30.956" v="7302" actId="1076"/>
          <ac:picMkLst>
            <pc:docMk/>
            <pc:sldMk cId="4106565451" sldId="256"/>
            <ac:picMk id="19" creationId="{48D0A6BA-4589-7B2F-BE32-41392084070C}"/>
          </ac:picMkLst>
        </pc:picChg>
      </pc:sldChg>
      <pc:sldChg chg="addSp modSp new mod">
        <pc:chgData name="Takashi Niimura" userId="8603a65360c21126" providerId="LiveId" clId="{8F816CAA-7870-4432-ADDD-2D7E86636CD6}" dt="2026-04-15T22:24:41.771" v="7289" actId="20577"/>
        <pc:sldMkLst>
          <pc:docMk/>
          <pc:sldMk cId="3854137341" sldId="257"/>
        </pc:sldMkLst>
        <pc:spChg chg="add mod">
          <ac:chgData name="Takashi Niimura" userId="8603a65360c21126" providerId="LiveId" clId="{8F816CAA-7870-4432-ADDD-2D7E86636CD6}" dt="2026-04-15T11:23:42.106" v="5172" actId="20577"/>
          <ac:spMkLst>
            <pc:docMk/>
            <pc:sldMk cId="3854137341" sldId="257"/>
            <ac:spMk id="2" creationId="{15E56F28-7073-75A1-A3CB-2B94B22621B1}"/>
          </ac:spMkLst>
        </pc:spChg>
        <pc:spChg chg="add mod">
          <ac:chgData name="Takashi Niimura" userId="8603a65360c21126" providerId="LiveId" clId="{8F816CAA-7870-4432-ADDD-2D7E86636CD6}" dt="2026-04-15T22:24:41.771" v="7289" actId="20577"/>
          <ac:spMkLst>
            <pc:docMk/>
            <pc:sldMk cId="3854137341" sldId="257"/>
            <ac:spMk id="16" creationId="{18C0DFD8-4272-CD78-B6D3-6DEAC8141153}"/>
          </ac:spMkLst>
        </pc:spChg>
      </pc:sldChg>
      <pc:sldChg chg="addSp delSp modSp new mod ord">
        <pc:chgData name="Takashi Niimura" userId="8603a65360c21126" providerId="LiveId" clId="{8F816CAA-7870-4432-ADDD-2D7E86636CD6}" dt="2026-04-15T22:27:06.743" v="7293" actId="21"/>
        <pc:sldMkLst>
          <pc:docMk/>
          <pc:sldMk cId="598979619" sldId="258"/>
        </pc:sldMkLst>
        <pc:spChg chg="add mod">
          <ac:chgData name="Takashi Niimura" userId="8603a65360c21126" providerId="LiveId" clId="{8F816CAA-7870-4432-ADDD-2D7E86636CD6}" dt="2026-04-15T22:14:12.488" v="7034" actId="20577"/>
          <ac:spMkLst>
            <pc:docMk/>
            <pc:sldMk cId="598979619" sldId="258"/>
            <ac:spMk id="3" creationId="{665225D4-87E2-D069-A510-D2AA22BB66F8}"/>
          </ac:spMkLst>
        </pc:spChg>
        <pc:picChg chg="add del mod">
          <ac:chgData name="Takashi Niimura" userId="8603a65360c21126" providerId="LiveId" clId="{8F816CAA-7870-4432-ADDD-2D7E86636CD6}" dt="2026-04-15T22:27:06.743" v="7293" actId="21"/>
          <ac:picMkLst>
            <pc:docMk/>
            <pc:sldMk cId="598979619" sldId="258"/>
            <ac:picMk id="5" creationId="{7D72EAC3-FEA4-F493-09F9-83F3700A1562}"/>
          </ac:picMkLst>
        </pc:picChg>
      </pc:sldChg>
      <pc:sldChg chg="addSp delSp modSp new del mod">
        <pc:chgData name="Takashi Niimura" userId="8603a65360c21126" providerId="LiveId" clId="{8F816CAA-7870-4432-ADDD-2D7E86636CD6}" dt="2026-04-15T11:04:50.283" v="4229" actId="47"/>
        <pc:sldMkLst>
          <pc:docMk/>
          <pc:sldMk cId="1726894967" sldId="258"/>
        </pc:sldMkLst>
      </pc:sldChg>
      <pc:sldChg chg="addSp delSp modSp new del mod ord">
        <pc:chgData name="Takashi Niimura" userId="8603a65360c21126" providerId="LiveId" clId="{8F816CAA-7870-4432-ADDD-2D7E86636CD6}" dt="2026-04-15T11:04:50.457" v="4230" actId="47"/>
        <pc:sldMkLst>
          <pc:docMk/>
          <pc:sldMk cId="3017104343" sldId="26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E00D42-A1FA-38B5-F7DE-BDD4B05E3E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0115A7-AC41-1FA9-EE68-420523A408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355A36-A860-88E3-9A9F-34558F848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0B3D56-3FAC-9DEE-2DAE-931024F2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E79D37-86DC-4907-AFE3-59C6F7A69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815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1A4F7C-6FF3-4E1C-7912-EB10491F2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3B55F4-BB27-F354-2FF7-2EEB14224F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65215A-760A-C926-A7B3-0DAEF0045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EFB24E-6AD5-DF05-2950-18293769E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9BE92F2-65C5-80C9-0B51-B3A82D605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306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DDD66B-5996-9DF7-4720-DF1276ECE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7580F2-0F28-08B8-3272-5B6C41703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3B856D-A6F9-1588-161A-8129F0494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D7BC1FA-E792-B5D9-C60D-5F420BD6D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2F97B5-6606-CB66-5223-EEE5CEBD2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9211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534A95-3030-B8D7-B86C-D02F2B5FA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7547424-3EB2-2A99-E6AE-857B6AC771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854FC9-89CF-B9BF-B174-8FB740679F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07469F3-C7DB-9BD4-BCCC-AF631BFE8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0D6292-676D-C1FD-58DC-E08C83DF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F9B5BE-4278-E09E-D989-B7F363CD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3126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2860A6-09FE-1D30-A9EC-4323E5786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0414F2-03BB-AFF9-3651-DBB2F1412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2BC72EB-5581-47DF-FF12-5C112EB11F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FD9828B-53EB-06E7-0718-37E2EAA64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A057CD9-8CCF-14E5-D732-9827B7552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E0BD637-F4F0-F382-94B7-42F12C8E6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2AB6C95-C538-113E-3623-0482BECEB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A6B18DB-08BE-80BF-8C85-6D0E21B1C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619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7BDB36-F4A6-FE02-0C14-5C135A21C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221D69B-82C2-73A3-8A0B-B82A599F9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62AA24C-9689-E605-7102-D1EDB412D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7EBE4D-E110-3D2F-15E8-3D93154F3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19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D8A9081-0DA5-B4EB-3CE3-1DD77C27C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995A4DD-3CC1-3787-33C6-F3B9DE387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1238A98-23FB-F319-F9FF-BAB27002D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079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16015D-26B4-A44C-8039-ABCC9C896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311F84-F54F-2235-8FAC-AC7869943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A3AADE4-E38E-7894-2447-D5A866869F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AA0D31-5778-3605-0111-C466F95F2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E5447F0-101E-7810-0F19-B34EFD52E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9BA83A2-B35F-D4AF-FD73-523FAF9BD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2210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A49809-67EC-174A-FE51-39FAAAF15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29C507E-1EA8-146F-765C-F3F17FCBC0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9774B72-CB73-DDB6-814D-67B85E3938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5870921-F6EE-D7E6-DDD6-208065D9D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0B88F94-B5FB-564A-D607-65A0479B7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6D97B22-A273-ABA3-D7EC-C96A9C20C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258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150076-581E-B8CB-0070-BE1857F3D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BB9023F-0426-327D-56CE-A836F9645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828EB0-8B13-3723-3291-470BF70C8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0F8D11-5BF3-0E4B-4DF4-38230A597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DDC187-054B-7064-62C4-C1139E166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2589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4A96F55-21C8-C757-B538-E7BE2D0E71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CC36484-3A84-E3EB-2274-9BADA7879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C67C07-F273-9730-F0AE-DAFD9977E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915BC9-9994-3D10-B375-55E0B3189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D98F91-04B4-D7EF-7692-8ACD9D298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0805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F1A5DF6-D473-88CE-7E5A-AC04D88B6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0675AB-4220-8A62-2A21-AD0DB35F9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7486D7-64CE-5625-04F7-8080E6A544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35BA57-CD95-45CF-B5EC-5D4DC59759A3}" type="datetimeFigureOut">
              <a:rPr kumimoji="1" lang="ja-JP" altLang="en-US" smtClean="0"/>
              <a:t>2026/4/15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C9D482-6BF6-C10E-C58B-7A6D25EDAF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9AEDE1-FEAD-06BA-E629-8DA580DB71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6AE2A2-4E91-4249-AE22-BE9F08CECD0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593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CF3F56-2421-A91B-E0BD-D031D2902648}"/>
              </a:ext>
            </a:extLst>
          </p:cNvPr>
          <p:cNvSpPr txBox="1"/>
          <p:nvPr/>
        </p:nvSpPr>
        <p:spPr>
          <a:xfrm>
            <a:off x="620785" y="360000"/>
            <a:ext cx="2667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STD</a:t>
            </a:r>
            <a:r>
              <a:rPr kumimoji="1" lang="ja-JP" altLang="en-US" b="1" dirty="0"/>
              <a:t>ボードの場合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A32E00B-2603-1704-56C4-BACE4AB2A78F}"/>
              </a:ext>
            </a:extLst>
          </p:cNvPr>
          <p:cNvSpPr txBox="1"/>
          <p:nvPr/>
        </p:nvSpPr>
        <p:spPr>
          <a:xfrm>
            <a:off x="696285" y="1138105"/>
            <a:ext cx="9638561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dirty="0"/>
              <a:t>PMD Transceiver</a:t>
            </a:r>
            <a:r>
              <a:rPr lang="ja-JP" altLang="en-US" sz="1600" dirty="0"/>
              <a:t>の回路はデフォルトでは有効になっていません。</a:t>
            </a:r>
            <a:endParaRPr lang="en-US" altLang="ja-JP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1600" dirty="0"/>
              <a:t>マニュアルをご確認の上、調整頂きたいです。下記は</a:t>
            </a:r>
            <a:r>
              <a:rPr lang="en-US" altLang="ja-JP" sz="1600" dirty="0"/>
              <a:t>SW</a:t>
            </a:r>
            <a:r>
              <a:rPr lang="ja-JP" altLang="en-US" sz="1600" dirty="0"/>
              <a:t>での認識している作業内容です。</a:t>
            </a:r>
            <a:endParaRPr kumimoji="1" lang="en-US" altLang="ja-JP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b="1" u="sng" dirty="0"/>
              <a:t>PMIC</a:t>
            </a:r>
            <a:r>
              <a:rPr lang="ja-JP" altLang="en-US" sz="1600" b="1" u="sng" dirty="0"/>
              <a:t>種別の確認（</a:t>
            </a:r>
            <a:r>
              <a:rPr lang="en-US" altLang="ja-JP" sz="1600" b="1" u="sng" dirty="0"/>
              <a:t>QKV01 / QKV02</a:t>
            </a:r>
            <a:r>
              <a:rPr lang="ja-JP" altLang="en-US" sz="1600" b="1" u="sng" dirty="0"/>
              <a:t>）</a:t>
            </a:r>
            <a:br>
              <a:rPr lang="ja-JP" altLang="en-US" sz="1600" b="1" u="sng" dirty="0"/>
            </a:br>
            <a:r>
              <a:rPr lang="en-US" altLang="ja-JP" sz="1600" dirty="0"/>
              <a:t>- QKV01: QUC = 5V</a:t>
            </a:r>
            <a:br>
              <a:rPr lang="en-US" altLang="ja-JP" sz="1600" dirty="0"/>
            </a:br>
            <a:r>
              <a:rPr lang="en-US" altLang="ja-JP" sz="1600" dirty="0"/>
              <a:t>- QKV02: QUC = 3.3V</a:t>
            </a:r>
            <a:endParaRPr kumimoji="1" lang="en-US" altLang="ja-JP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(QKV01</a:t>
            </a:r>
            <a:r>
              <a:rPr kumimoji="1" lang="ja-JP" altLang="en-US" sz="1600" dirty="0"/>
              <a:t>が実装されている場合</a:t>
            </a:r>
            <a:r>
              <a:rPr kumimoji="1" lang="en-US" altLang="ja-JP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sz="1600" b="1" u="sng" dirty="0"/>
              <a:t>P14</a:t>
            </a:r>
            <a:r>
              <a:rPr lang="ja-JP" altLang="en-US" sz="1600" b="1" u="sng" dirty="0"/>
              <a:t>の動作電圧を変更 </a:t>
            </a:r>
            <a:r>
              <a:rPr lang="en-US" altLang="ja-JP" sz="1600" b="1" u="sng" dirty="0"/>
              <a:t>(5V</a:t>
            </a:r>
            <a:r>
              <a:rPr lang="ja-JP" altLang="en-US" sz="1600" b="1" u="sng" dirty="0"/>
              <a:t>→</a:t>
            </a:r>
            <a:r>
              <a:rPr lang="en-US" altLang="ja-JP" sz="1600" b="1" u="sng" dirty="0"/>
              <a:t>3.3V)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b="1" u="sng" dirty="0"/>
              <a:t>VDDEXTHS</a:t>
            </a:r>
            <a:r>
              <a:rPr lang="ja-JP" altLang="en-US" sz="1600" b="1" u="sng" dirty="0"/>
              <a:t>の電源切替え</a:t>
            </a:r>
            <a:endParaRPr lang="en-US" altLang="ja-JP" sz="1600" b="1" u="sng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ja-JP" sz="1600" dirty="0"/>
              <a:t>R656</a:t>
            </a:r>
            <a:r>
              <a:rPr lang="ja-JP" altLang="en-US" sz="1600" dirty="0"/>
              <a:t>を外す</a:t>
            </a:r>
            <a:endParaRPr lang="en-US" altLang="ja-JP" sz="16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R</a:t>
            </a:r>
            <a:r>
              <a:rPr lang="en-US" altLang="ja-JP" sz="1600" dirty="0"/>
              <a:t>657</a:t>
            </a:r>
            <a:r>
              <a:rPr lang="ja-JP" altLang="en-US" sz="1600" dirty="0"/>
              <a:t>を実装</a:t>
            </a:r>
            <a:endParaRPr lang="en-US" altLang="ja-JP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b="1" u="sng" dirty="0"/>
              <a:t>PMIC</a:t>
            </a:r>
            <a:r>
              <a:rPr lang="ja-JP" altLang="en-US" sz="1600" b="1" u="sng" dirty="0"/>
              <a:t>の起動シーケンスの切替え </a:t>
            </a:r>
            <a:r>
              <a:rPr lang="en-US" altLang="ja-JP" sz="1600" b="1" u="sng" dirty="0"/>
              <a:t>(Schema A</a:t>
            </a:r>
            <a:r>
              <a:rPr lang="ja-JP" altLang="en-US" sz="1600" b="1" u="sng" dirty="0"/>
              <a:t>→</a:t>
            </a:r>
            <a:r>
              <a:rPr lang="en-US" altLang="ja-JP" sz="1600" b="1" u="sng" dirty="0"/>
              <a:t>B))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kumimoji="1" lang="en-US" altLang="ja-JP" sz="1600" dirty="0"/>
              <a:t>R614 </a:t>
            </a:r>
            <a:r>
              <a:rPr kumimoji="1" lang="ja-JP" altLang="en-US" sz="1600" dirty="0"/>
              <a:t>→ </a:t>
            </a:r>
            <a:r>
              <a:rPr kumimoji="1" lang="en-US" altLang="ja-JP" sz="1600" dirty="0"/>
              <a:t>68k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altLang="ja-JP" sz="1600" dirty="0"/>
              <a:t>R615 </a:t>
            </a:r>
            <a:r>
              <a:rPr lang="ja-JP" altLang="en-US" sz="1600" dirty="0"/>
              <a:t>→ </a:t>
            </a:r>
            <a:r>
              <a:rPr lang="en-US" altLang="ja-JP" sz="1600" dirty="0"/>
              <a:t>3.3k</a:t>
            </a:r>
            <a:endParaRPr kumimoji="1" lang="en-US" altLang="ja-JP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sz="1600" b="1" u="sng" dirty="0"/>
              <a:t>CAN1</a:t>
            </a:r>
            <a:r>
              <a:rPr lang="ja-JP" altLang="en-US" sz="1600" b="1" u="sng" dirty="0"/>
              <a:t>との信号競合を排除</a:t>
            </a:r>
            <a:endParaRPr lang="en-US" altLang="ja-JP" sz="1600" b="1" u="sng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/>
              <a:t>R406</a:t>
            </a:r>
            <a:r>
              <a:rPr lang="ja-JP" altLang="en-US" sz="1600" dirty="0"/>
              <a:t>を外す</a:t>
            </a:r>
            <a:endParaRPr lang="en-US" altLang="ja-JP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sz="1600" dirty="0"/>
              <a:t>R407</a:t>
            </a:r>
            <a:r>
              <a:rPr lang="ja-JP" altLang="en-US" sz="1600" dirty="0"/>
              <a:t>を外す</a:t>
            </a:r>
            <a:endParaRPr lang="en-US" altLang="ja-JP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sz="16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23BCA97-E799-6A09-9DAA-DF156B3727FF}"/>
              </a:ext>
            </a:extLst>
          </p:cNvPr>
          <p:cNvSpPr txBox="1"/>
          <p:nvPr/>
        </p:nvSpPr>
        <p:spPr>
          <a:xfrm>
            <a:off x="696286" y="5719895"/>
            <a:ext cx="502500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想定リスク、課題事項</a:t>
            </a:r>
            <a:endParaRPr kumimoji="1" lang="en-US" altLang="ja-JP" dirty="0"/>
          </a:p>
          <a:p>
            <a:r>
              <a:rPr kumimoji="1" lang="en-US" altLang="ja-JP" dirty="0"/>
              <a:t>HW</a:t>
            </a:r>
            <a:r>
              <a:rPr kumimoji="1" lang="ja-JP" altLang="en-US" dirty="0"/>
              <a:t>チームの検討時間、検討課題</a:t>
            </a:r>
            <a:endParaRPr kumimoji="1" lang="en-US" altLang="ja-JP" dirty="0"/>
          </a:p>
          <a:p>
            <a:r>
              <a:rPr kumimoji="1" lang="ja-JP" altLang="en-US" dirty="0"/>
              <a:t>はんだミスでハードウェアが使用不可</a:t>
            </a:r>
            <a:endParaRPr kumimoji="1" lang="en-US" altLang="ja-JP" dirty="0"/>
          </a:p>
          <a:p>
            <a:r>
              <a:rPr kumimoji="1" lang="ja-JP" altLang="en-US" dirty="0"/>
              <a:t>将来的な評価ボードの使用　エラッタ多すぎ</a:t>
            </a:r>
            <a:endParaRPr kumimoji="1" lang="en-US" altLang="ja-JP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89B5D66-5323-57B3-7A2E-9871D63A4CB6}"/>
              </a:ext>
            </a:extLst>
          </p:cNvPr>
          <p:cNvSpPr txBox="1"/>
          <p:nvPr/>
        </p:nvSpPr>
        <p:spPr>
          <a:xfrm>
            <a:off x="696286" y="912208"/>
            <a:ext cx="6735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ja-JP" dirty="0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7D72EAC3-FEA4-F493-09F9-83F3700A15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981" y="2503811"/>
            <a:ext cx="4207306" cy="1317404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48D0A6BA-4589-7B2F-BE32-4139208407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45" y="4680262"/>
            <a:ext cx="6006772" cy="369332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4B2EBC0-ECFF-2C7E-4ACF-92866349154B}"/>
              </a:ext>
            </a:extLst>
          </p:cNvPr>
          <p:cNvSpPr txBox="1"/>
          <p:nvPr/>
        </p:nvSpPr>
        <p:spPr>
          <a:xfrm>
            <a:off x="6560288" y="4136065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P.17</a:t>
            </a:r>
            <a:endParaRPr kumimoji="1" lang="ja-JP" altLang="en-US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A9FCBFE-0ECF-7C51-9553-EA3A88FE00E2}"/>
              </a:ext>
            </a:extLst>
          </p:cNvPr>
          <p:cNvSpPr txBox="1"/>
          <p:nvPr/>
        </p:nvSpPr>
        <p:spPr>
          <a:xfrm>
            <a:off x="6560288" y="1862381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P.16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06565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65225D4-87E2-D069-A510-D2AA22BB66F8}"/>
              </a:ext>
            </a:extLst>
          </p:cNvPr>
          <p:cNvSpPr txBox="1"/>
          <p:nvPr/>
        </p:nvSpPr>
        <p:spPr>
          <a:xfrm>
            <a:off x="654977" y="1022749"/>
            <a:ext cx="99787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このボードには</a:t>
            </a:r>
            <a:r>
              <a:rPr kumimoji="1" lang="en-US" altLang="ja-JP" dirty="0"/>
              <a:t>PMIC</a:t>
            </a:r>
            <a:r>
              <a:rPr kumimoji="1" lang="ja-JP" altLang="en-US" dirty="0"/>
              <a:t>は</a:t>
            </a:r>
            <a:r>
              <a:rPr kumimoji="1" lang="en-US" altLang="ja-JP" dirty="0"/>
              <a:t>2</a:t>
            </a:r>
            <a:r>
              <a:rPr kumimoji="1" lang="ja-JP" altLang="en-US" dirty="0"/>
              <a:t>つ</a:t>
            </a:r>
            <a:r>
              <a:rPr lang="ja-JP" altLang="en-US" dirty="0"/>
              <a:t>ある </a:t>
            </a:r>
            <a:r>
              <a:rPr lang="en-US" altLang="ja-JP" dirty="0"/>
              <a:t>(TLF4D985QKV01 (5V)</a:t>
            </a:r>
            <a:r>
              <a:rPr lang="ja-JP" altLang="en-US" dirty="0"/>
              <a:t>、</a:t>
            </a:r>
            <a:r>
              <a:rPr lang="en-US" altLang="ja-JP" dirty="0"/>
              <a:t> TLF4D985QKV02 (3.3V))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/>
              <a:t>P14</a:t>
            </a:r>
            <a:r>
              <a:rPr lang="ja-JP" altLang="en-US" dirty="0"/>
              <a:t>は電源の供給元が</a:t>
            </a:r>
            <a:r>
              <a:rPr lang="en-US" altLang="ja-JP" dirty="0"/>
              <a:t>QKV01</a:t>
            </a:r>
            <a:r>
              <a:rPr lang="ja-JP" altLang="en-US" dirty="0"/>
              <a:t>か</a:t>
            </a:r>
            <a:r>
              <a:rPr lang="en-US" altLang="ja-JP" dirty="0"/>
              <a:t>QKV02</a:t>
            </a:r>
            <a:r>
              <a:rPr lang="ja-JP" altLang="en-US" dirty="0"/>
              <a:t>に</a:t>
            </a:r>
            <a:r>
              <a:rPr lang="en-US" altLang="ja-JP" dirty="0"/>
              <a:t>0</a:t>
            </a:r>
            <a:r>
              <a:rPr lang="ja-JP" altLang="en-US" dirty="0"/>
              <a:t>オーム抵抗で切替えられるようになっている。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dirty="0"/>
              <a:t>LETH</a:t>
            </a:r>
            <a:r>
              <a:rPr lang="ja-JP" altLang="en-US" dirty="0"/>
              <a:t>を使用するには</a:t>
            </a:r>
            <a:r>
              <a:rPr lang="en-US" altLang="ja-JP" dirty="0"/>
              <a:t>QKV02</a:t>
            </a:r>
            <a:r>
              <a:rPr lang="ja-JP" altLang="en-US" dirty="0"/>
              <a:t>に変更が必要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598979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E56F28-7073-75A1-A3CB-2B94B22621B1}"/>
              </a:ext>
            </a:extLst>
          </p:cNvPr>
          <p:cNvSpPr txBox="1"/>
          <p:nvPr/>
        </p:nvSpPr>
        <p:spPr>
          <a:xfrm>
            <a:off x="780836" y="43151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作業項目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8C0DFD8-4272-CD78-B6D3-6DEAC8141153}"/>
              </a:ext>
            </a:extLst>
          </p:cNvPr>
          <p:cNvSpPr txBox="1"/>
          <p:nvPr/>
        </p:nvSpPr>
        <p:spPr>
          <a:xfrm>
            <a:off x="780836" y="1238196"/>
            <a:ext cx="821932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・マイコン評価ボードの調整</a:t>
            </a:r>
            <a:endParaRPr lang="en-US" altLang="ja-JP" dirty="0"/>
          </a:p>
          <a:p>
            <a:r>
              <a:rPr lang="ja-JP" altLang="en-US" dirty="0"/>
              <a:t>・ケーブル作成、コネクタの実装</a:t>
            </a:r>
            <a:endParaRPr lang="en-US" altLang="ja-JP" dirty="0"/>
          </a:p>
          <a:p>
            <a:r>
              <a:rPr lang="ja-JP" altLang="en-US" dirty="0"/>
              <a:t>・ソフト環境構築</a:t>
            </a:r>
            <a:endParaRPr lang="en-US" altLang="ja-JP" dirty="0"/>
          </a:p>
          <a:p>
            <a:r>
              <a:rPr kumimoji="1" lang="en-US" altLang="ja-JP" dirty="0"/>
              <a:t>	</a:t>
            </a:r>
            <a:r>
              <a:rPr kumimoji="1" lang="ja-JP" altLang="en-US" dirty="0"/>
              <a:t>・</a:t>
            </a:r>
            <a:r>
              <a:rPr kumimoji="1" lang="en-US" altLang="ja-JP" dirty="0"/>
              <a:t>IDE</a:t>
            </a:r>
            <a:r>
              <a:rPr kumimoji="1" lang="ja-JP" altLang="en-US" dirty="0"/>
              <a:t>をインストールする</a:t>
            </a:r>
            <a:endParaRPr kumimoji="1" lang="en-US" altLang="ja-JP" dirty="0"/>
          </a:p>
          <a:p>
            <a:r>
              <a:rPr lang="en-US" altLang="ja-JP" dirty="0"/>
              <a:t>	</a:t>
            </a:r>
            <a:r>
              <a:rPr lang="ja-JP" altLang="en-US" dirty="0"/>
              <a:t>・</a:t>
            </a:r>
            <a:r>
              <a:rPr lang="en-US" altLang="ja-JP" dirty="0"/>
              <a:t>IDE</a:t>
            </a:r>
            <a:r>
              <a:rPr lang="ja-JP" altLang="en-US" dirty="0"/>
              <a:t>を試す </a:t>
            </a:r>
            <a:r>
              <a:rPr lang="en-US" altLang="ja-JP" dirty="0"/>
              <a:t>(</a:t>
            </a:r>
            <a:r>
              <a:rPr lang="ja-JP" altLang="en-US" dirty="0"/>
              <a:t>コンパイル、フラッシュ、デバッグ</a:t>
            </a:r>
            <a:r>
              <a:rPr lang="en-US" altLang="ja-JP" dirty="0"/>
              <a:t>)</a:t>
            </a:r>
          </a:p>
          <a:p>
            <a:r>
              <a:rPr lang="ja-JP" altLang="en-US" dirty="0"/>
              <a:t>・ソフト設計</a:t>
            </a:r>
            <a:endParaRPr lang="en-US" altLang="ja-JP" dirty="0"/>
          </a:p>
          <a:p>
            <a:r>
              <a:rPr lang="en-US" altLang="ja-JP" dirty="0"/>
              <a:t>	</a:t>
            </a:r>
            <a:r>
              <a:rPr lang="ja-JP" altLang="en-US" dirty="0"/>
              <a:t>・送受信の制御仕様理解</a:t>
            </a:r>
            <a:endParaRPr lang="en-US" altLang="ja-JP" dirty="0"/>
          </a:p>
          <a:p>
            <a:r>
              <a:rPr lang="ja-JP" altLang="en-US" dirty="0"/>
              <a:t>・ソフト開発</a:t>
            </a:r>
            <a:endParaRPr lang="en-US" altLang="ja-JP" dirty="0"/>
          </a:p>
          <a:p>
            <a:r>
              <a:rPr lang="en-US" altLang="ja-JP" dirty="0"/>
              <a:t>	</a:t>
            </a:r>
            <a:r>
              <a:rPr lang="ja-JP" altLang="en-US" dirty="0"/>
              <a:t>・</a:t>
            </a:r>
            <a:r>
              <a:rPr lang="en-US" altLang="ja-JP" dirty="0"/>
              <a:t>STEP1.1</a:t>
            </a:r>
          </a:p>
          <a:p>
            <a:r>
              <a:rPr lang="en-US" altLang="ja-JP" dirty="0"/>
              <a:t>	</a:t>
            </a:r>
            <a:r>
              <a:rPr lang="ja-JP" altLang="en-US" dirty="0"/>
              <a:t>・</a:t>
            </a:r>
            <a:r>
              <a:rPr lang="en-US" altLang="ja-JP" dirty="0"/>
              <a:t>STEP1.2</a:t>
            </a:r>
          </a:p>
          <a:p>
            <a:r>
              <a:rPr lang="en-US" altLang="ja-JP" dirty="0"/>
              <a:t>	</a:t>
            </a:r>
            <a:r>
              <a:rPr lang="ja-JP" altLang="en-US" dirty="0"/>
              <a:t>・</a:t>
            </a:r>
            <a:r>
              <a:rPr lang="en-US" altLang="ja-JP" dirty="0"/>
              <a:t>STEP1.3</a:t>
            </a:r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4137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1201</TotalTime>
  <Words>264</Words>
  <Application>Microsoft Office PowerPoint</Application>
  <PresentationFormat>ワイド画面</PresentationFormat>
  <Paragraphs>39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Takashi Niimura</dc:creator>
  <cp:lastModifiedBy>Takashi Niimura</cp:lastModifiedBy>
  <cp:revision>1</cp:revision>
  <dcterms:created xsi:type="dcterms:W3CDTF">2026-04-05T13:42:40Z</dcterms:created>
  <dcterms:modified xsi:type="dcterms:W3CDTF">2026-04-15T22:42:39Z</dcterms:modified>
</cp:coreProperties>
</file>
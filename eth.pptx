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0" d="100"/>
          <a:sy n="70" d="100"/>
        </p:scale>
        <p:origin x="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kashi Niimura" userId="8603a65360c21126" providerId="LiveId" clId="{8F816CAA-7870-4432-ADDD-2D7E86636CD6}"/>
    <pc:docChg chg="undo redo custSel addSld delSld modSld sldOrd">
      <pc:chgData name="Takashi Niimura" userId="8603a65360c21126" providerId="LiveId" clId="{8F816CAA-7870-4432-ADDD-2D7E86636CD6}" dt="2026-04-05T22:06:57.136" v="4227" actId="20577"/>
      <pc:docMkLst>
        <pc:docMk/>
      </pc:docMkLst>
      <pc:sldChg chg="addSp delSp modSp mod">
        <pc:chgData name="Takashi Niimura" userId="8603a65360c21126" providerId="LiveId" clId="{8F816CAA-7870-4432-ADDD-2D7E86636CD6}" dt="2026-04-05T22:06:57.136" v="4227" actId="20577"/>
        <pc:sldMkLst>
          <pc:docMk/>
          <pc:sldMk cId="2867270707" sldId="256"/>
        </pc:sldMkLst>
        <pc:spChg chg="mod">
          <ac:chgData name="Takashi Niimura" userId="8603a65360c21126" providerId="LiveId" clId="{8F816CAA-7870-4432-ADDD-2D7E86636CD6}" dt="2026-04-05T20:59:39.079" v="1227" actId="404"/>
          <ac:spMkLst>
            <pc:docMk/>
            <pc:sldMk cId="2867270707" sldId="256"/>
            <ac:spMk id="28" creationId="{433114F0-EA9C-5498-6E14-FCD86D066D45}"/>
          </ac:spMkLst>
        </pc:spChg>
        <pc:spChg chg="mod">
          <ac:chgData name="Takashi Niimura" userId="8603a65360c21126" providerId="LiveId" clId="{8F816CAA-7870-4432-ADDD-2D7E86636CD6}" dt="2026-04-05T20:59:39.079" v="1227" actId="404"/>
          <ac:spMkLst>
            <pc:docMk/>
            <pc:sldMk cId="2867270707" sldId="256"/>
            <ac:spMk id="29" creationId="{2B058F73-04F3-7777-D61C-FB04DCA426B6}"/>
          </ac:spMkLst>
        </pc:spChg>
        <pc:spChg chg="mod">
          <ac:chgData name="Takashi Niimura" userId="8603a65360c21126" providerId="LiveId" clId="{8F816CAA-7870-4432-ADDD-2D7E86636CD6}" dt="2026-04-05T15:05:09.755" v="921" actId="571"/>
          <ac:spMkLst>
            <pc:docMk/>
            <pc:sldMk cId="2867270707" sldId="256"/>
            <ac:spMk id="54" creationId="{967C2AEC-3F13-C3D0-345D-FBCF9CF298F2}"/>
          </ac:spMkLst>
        </pc:spChg>
        <pc:spChg chg="mod">
          <ac:chgData name="Takashi Niimura" userId="8603a65360c21126" providerId="LiveId" clId="{8F816CAA-7870-4432-ADDD-2D7E86636CD6}" dt="2026-04-05T15:05:09.755" v="921" actId="571"/>
          <ac:spMkLst>
            <pc:docMk/>
            <pc:sldMk cId="2867270707" sldId="256"/>
            <ac:spMk id="55" creationId="{B163AAC7-30DA-8690-2D07-4B8A1AAA190C}"/>
          </ac:spMkLst>
        </pc:spChg>
        <pc:spChg chg="mod">
          <ac:chgData name="Takashi Niimura" userId="8603a65360c21126" providerId="LiveId" clId="{8F816CAA-7870-4432-ADDD-2D7E86636CD6}" dt="2026-04-05T15:05:09.755" v="921" actId="571"/>
          <ac:spMkLst>
            <pc:docMk/>
            <pc:sldMk cId="2867270707" sldId="256"/>
            <ac:spMk id="56" creationId="{812EC17D-A7E3-BDE6-0837-9499C869C84E}"/>
          </ac:spMkLst>
        </pc:spChg>
        <pc:spChg chg="mod">
          <ac:chgData name="Takashi Niimura" userId="8603a65360c21126" providerId="LiveId" clId="{8F816CAA-7870-4432-ADDD-2D7E86636CD6}" dt="2026-04-05T15:05:09.755" v="921" actId="571"/>
          <ac:spMkLst>
            <pc:docMk/>
            <pc:sldMk cId="2867270707" sldId="256"/>
            <ac:spMk id="57" creationId="{294F6A90-92D8-A627-BF41-426F480A325A}"/>
          </ac:spMkLst>
        </pc:spChg>
        <pc:spChg chg="mod">
          <ac:chgData name="Takashi Niimura" userId="8603a65360c21126" providerId="LiveId" clId="{8F816CAA-7870-4432-ADDD-2D7E86636CD6}" dt="2026-04-05T15:05:09.755" v="921" actId="571"/>
          <ac:spMkLst>
            <pc:docMk/>
            <pc:sldMk cId="2867270707" sldId="256"/>
            <ac:spMk id="58" creationId="{4F651C6A-CC51-AE0E-5302-9394E68D279E}"/>
          </ac:spMkLst>
        </pc:spChg>
        <pc:spChg chg="add mod">
          <ac:chgData name="Takashi Niimura" userId="8603a65360c21126" providerId="LiveId" clId="{8F816CAA-7870-4432-ADDD-2D7E86636CD6}" dt="2026-04-05T15:05:07.729" v="920" actId="571"/>
          <ac:spMkLst>
            <pc:docMk/>
            <pc:sldMk cId="2867270707" sldId="256"/>
            <ac:spMk id="72" creationId="{D6960C60-7162-6025-3C7C-4D5DB155FF35}"/>
          </ac:spMkLst>
        </pc:spChg>
        <pc:spChg chg="add mod">
          <ac:chgData name="Takashi Niimura" userId="8603a65360c21126" providerId="LiveId" clId="{8F816CAA-7870-4432-ADDD-2D7E86636CD6}" dt="2026-04-05T22:02:20.218" v="3887" actId="1076"/>
          <ac:spMkLst>
            <pc:docMk/>
            <pc:sldMk cId="2867270707" sldId="256"/>
            <ac:spMk id="73" creationId="{25C66365-3246-1295-6A66-80A071FAF3AF}"/>
          </ac:spMkLst>
        </pc:spChg>
        <pc:spChg chg="add mod">
          <ac:chgData name="Takashi Niimura" userId="8603a65360c21126" providerId="LiveId" clId="{8F816CAA-7870-4432-ADDD-2D7E86636CD6}" dt="2026-04-05T22:06:57.136" v="4227" actId="20577"/>
          <ac:spMkLst>
            <pc:docMk/>
            <pc:sldMk cId="2867270707" sldId="256"/>
            <ac:spMk id="74" creationId="{9CE04B61-4222-3199-6ED6-A4E756E9DCF4}"/>
          </ac:spMkLst>
        </pc:spChg>
        <pc:spChg chg="add del mod">
          <ac:chgData name="Takashi Niimura" userId="8603a65360c21126" providerId="LiveId" clId="{8F816CAA-7870-4432-ADDD-2D7E86636CD6}" dt="2026-04-05T21:42:47.778" v="2695" actId="21"/>
          <ac:spMkLst>
            <pc:docMk/>
            <pc:sldMk cId="2867270707" sldId="256"/>
            <ac:spMk id="75" creationId="{C781236E-AD99-F2BF-1F9B-19D3A1BE26EB}"/>
          </ac:spMkLst>
        </pc:spChg>
        <pc:grpChg chg="mod">
          <ac:chgData name="Takashi Niimura" userId="8603a65360c21126" providerId="LiveId" clId="{8F816CAA-7870-4432-ADDD-2D7E86636CD6}" dt="2026-04-05T15:05:09.755" v="921" actId="571"/>
          <ac:grpSpMkLst>
            <pc:docMk/>
            <pc:sldMk cId="2867270707" sldId="256"/>
            <ac:grpSpMk id="53" creationId="{2DA8C9AB-5134-1E61-7F0D-ECAABAC08BED}"/>
          </ac:grpSpMkLst>
        </pc:grpChg>
        <pc:grpChg chg="mod">
          <ac:chgData name="Takashi Niimura" userId="8603a65360c21126" providerId="LiveId" clId="{8F816CAA-7870-4432-ADDD-2D7E86636CD6}" dt="2026-04-05T15:05:09.755" v="921" actId="571"/>
          <ac:grpSpMkLst>
            <pc:docMk/>
            <pc:sldMk cId="2867270707" sldId="256"/>
            <ac:grpSpMk id="59" creationId="{8E3CE224-E948-2E1C-277E-35F18BC8F3A0}"/>
          </ac:grpSpMkLst>
        </pc:grpChg>
        <pc:grpChg chg="mod">
          <ac:chgData name="Takashi Niimura" userId="8603a65360c21126" providerId="LiveId" clId="{8F816CAA-7870-4432-ADDD-2D7E86636CD6}" dt="2026-04-05T22:05:30.231" v="4204" actId="1076"/>
          <ac:grpSpMkLst>
            <pc:docMk/>
            <pc:sldMk cId="2867270707" sldId="256"/>
            <ac:grpSpMk id="66" creationId="{B306CB47-51C4-06B6-4E61-29948891B6CD}"/>
          </ac:grpSpMkLst>
        </pc:grpChg>
        <pc:grpChg chg="mod">
          <ac:chgData name="Takashi Niimura" userId="8603a65360c21126" providerId="LiveId" clId="{8F816CAA-7870-4432-ADDD-2D7E86636CD6}" dt="2026-04-05T22:05:37.639" v="4209" actId="1076"/>
          <ac:grpSpMkLst>
            <pc:docMk/>
            <pc:sldMk cId="2867270707" sldId="256"/>
            <ac:grpSpMk id="67" creationId="{FA1F4BE5-842D-FEBF-C26B-DD499F3D1E6D}"/>
          </ac:grpSpMkLst>
        </pc:grpChg>
        <pc:grpChg chg="mod">
          <ac:chgData name="Takashi Niimura" userId="8603a65360c21126" providerId="LiveId" clId="{8F816CAA-7870-4432-ADDD-2D7E86636CD6}" dt="2026-04-05T22:06:22.461" v="4226" actId="1076"/>
          <ac:grpSpMkLst>
            <pc:docMk/>
            <pc:sldMk cId="2867270707" sldId="256"/>
            <ac:grpSpMk id="68" creationId="{32FAF288-6168-0A20-2223-9D9C752DEDDF}"/>
          </ac:grpSpMkLst>
        </pc:grpChg>
        <pc:graphicFrameChg chg="mod modGraphic">
          <ac:chgData name="Takashi Niimura" userId="8603a65360c21126" providerId="LiveId" clId="{8F816CAA-7870-4432-ADDD-2D7E86636CD6}" dt="2026-04-05T22:06:15.983" v="4224"/>
          <ac:graphicFrameMkLst>
            <pc:docMk/>
            <pc:sldMk cId="2867270707" sldId="256"/>
            <ac:graphicFrameMk id="4" creationId="{4464DFF4-4FB1-7E0F-D5E3-CC8EF86D48D9}"/>
          </ac:graphicFrameMkLst>
        </pc:graphicFrameChg>
        <pc:cxnChg chg="mod">
          <ac:chgData name="Takashi Niimura" userId="8603a65360c21126" providerId="LiveId" clId="{8F816CAA-7870-4432-ADDD-2D7E86636CD6}" dt="2026-04-05T15:07:05.434" v="976" actId="14100"/>
          <ac:cxnSpMkLst>
            <pc:docMk/>
            <pc:sldMk cId="2867270707" sldId="256"/>
            <ac:cxnSpMk id="61" creationId="{230AA956-1E05-FD5E-CB5B-51055C79FA00}"/>
          </ac:cxnSpMkLst>
        </pc:cxnChg>
        <pc:cxnChg chg="mod">
          <ac:chgData name="Takashi Niimura" userId="8603a65360c21126" providerId="LiveId" clId="{8F816CAA-7870-4432-ADDD-2D7E86636CD6}" dt="2026-04-05T15:07:15.345" v="992" actId="14100"/>
          <ac:cxnSpMkLst>
            <pc:docMk/>
            <pc:sldMk cId="2867270707" sldId="256"/>
            <ac:cxnSpMk id="62" creationId="{E1CABCA8-BA82-1191-C741-B0ED79BE86D7}"/>
          </ac:cxnSpMkLst>
        </pc:cxnChg>
      </pc:sldChg>
      <pc:sldChg chg="modSp del mod">
        <pc:chgData name="Takashi Niimura" userId="8603a65360c21126" providerId="LiveId" clId="{8F816CAA-7870-4432-ADDD-2D7E86636CD6}" dt="2026-04-05T14:49:14.817" v="405" actId="47"/>
        <pc:sldMkLst>
          <pc:docMk/>
          <pc:sldMk cId="3962717038" sldId="257"/>
        </pc:sldMkLst>
        <pc:spChg chg="mod">
          <ac:chgData name="Takashi Niimura" userId="8603a65360c21126" providerId="LiveId" clId="{8F816CAA-7870-4432-ADDD-2D7E86636CD6}" dt="2026-04-05T14:49:12.732" v="404" actId="20577"/>
          <ac:spMkLst>
            <pc:docMk/>
            <pc:sldMk cId="3962717038" sldId="257"/>
            <ac:spMk id="27" creationId="{79B5F84E-E730-352F-48C4-86DC80B96C75}"/>
          </ac:spMkLst>
        </pc:spChg>
      </pc:sldChg>
      <pc:sldChg chg="addSp delSp modSp new mod">
        <pc:chgData name="Takashi Niimura" userId="8603a65360c21126" providerId="LiveId" clId="{8F816CAA-7870-4432-ADDD-2D7E86636CD6}" dt="2026-04-05T21:35:50.995" v="2228" actId="404"/>
        <pc:sldMkLst>
          <pc:docMk/>
          <pc:sldMk cId="1726894967" sldId="258"/>
        </pc:sldMkLst>
        <pc:spChg chg="add del mod">
          <ac:chgData name="Takashi Niimura" userId="8603a65360c21126" providerId="LiveId" clId="{8F816CAA-7870-4432-ADDD-2D7E86636CD6}" dt="2026-04-05T21:02:26.613" v="1275" actId="478"/>
          <ac:spMkLst>
            <pc:docMk/>
            <pc:sldMk cId="1726894967" sldId="258"/>
            <ac:spMk id="2" creationId="{55DB16C3-6721-619D-BF31-4BA2BFC0456A}"/>
          </ac:spMkLst>
        </pc:spChg>
        <pc:spChg chg="add mod">
          <ac:chgData name="Takashi Niimura" userId="8603a65360c21126" providerId="LiveId" clId="{8F816CAA-7870-4432-ADDD-2D7E86636CD6}" dt="2026-04-05T21:02:58.108" v="1286" actId="20577"/>
          <ac:spMkLst>
            <pc:docMk/>
            <pc:sldMk cId="1726894967" sldId="258"/>
            <ac:spMk id="3" creationId="{10BB418B-1C9F-0394-C1D6-9AF46E1B1FF3}"/>
          </ac:spMkLst>
        </pc:spChg>
        <pc:spChg chg="add mod">
          <ac:chgData name="Takashi Niimura" userId="8603a65360c21126" providerId="LiveId" clId="{8F816CAA-7870-4432-ADDD-2D7E86636CD6}" dt="2026-04-05T21:35:38.077" v="2223" actId="20577"/>
          <ac:spMkLst>
            <pc:docMk/>
            <pc:sldMk cId="1726894967" sldId="258"/>
            <ac:spMk id="4" creationId="{8AF68603-C7CB-E014-73EB-84B62D7FDD25}"/>
          </ac:spMkLst>
        </pc:spChg>
        <pc:spChg chg="add mod">
          <ac:chgData name="Takashi Niimura" userId="8603a65360c21126" providerId="LiveId" clId="{8F816CAA-7870-4432-ADDD-2D7E86636CD6}" dt="2026-04-05T21:35:50.995" v="2228" actId="404"/>
          <ac:spMkLst>
            <pc:docMk/>
            <pc:sldMk cId="1726894967" sldId="258"/>
            <ac:spMk id="5" creationId="{CED6A863-1459-F560-7E5C-885FD7E1C541}"/>
          </ac:spMkLst>
        </pc:spChg>
        <pc:spChg chg="add">
          <ac:chgData name="Takashi Niimura" userId="8603a65360c21126" providerId="LiveId" clId="{8F816CAA-7870-4432-ADDD-2D7E86636CD6}" dt="2026-04-05T21:34:34.644" v="2212"/>
          <ac:spMkLst>
            <pc:docMk/>
            <pc:sldMk cId="1726894967" sldId="258"/>
            <ac:spMk id="6" creationId="{8DDE72CC-7288-A4E2-DC25-E0480E548ECA}"/>
          </ac:spMkLst>
        </pc:spChg>
      </pc:sldChg>
      <pc:sldChg chg="del">
        <pc:chgData name="Takashi Niimura" userId="8603a65360c21126" providerId="LiveId" clId="{8F816CAA-7870-4432-ADDD-2D7E86636CD6}" dt="2026-04-05T14:46:41.996" v="16" actId="47"/>
        <pc:sldMkLst>
          <pc:docMk/>
          <pc:sldMk cId="3311248003" sldId="258"/>
        </pc:sldMkLst>
      </pc:sldChg>
      <pc:sldChg chg="addSp modSp new del mod ord">
        <pc:chgData name="Takashi Niimura" userId="8603a65360c21126" providerId="LiveId" clId="{8F816CAA-7870-4432-ADDD-2D7E86636CD6}" dt="2026-04-05T21:45:47.473" v="2808" actId="47"/>
        <pc:sldMkLst>
          <pc:docMk/>
          <pc:sldMk cId="154304899" sldId="259"/>
        </pc:sldMkLst>
        <pc:spChg chg="add mod">
          <ac:chgData name="Takashi Niimura" userId="8603a65360c21126" providerId="LiveId" clId="{8F816CAA-7870-4432-ADDD-2D7E86636CD6}" dt="2026-04-05T21:37:04.171" v="2270" actId="20577"/>
          <ac:spMkLst>
            <pc:docMk/>
            <pc:sldMk cId="154304899" sldId="259"/>
            <ac:spMk id="2" creationId="{352C846A-C9F7-C604-C043-4803E39F1166}"/>
          </ac:spMkLst>
        </pc:spChg>
      </pc:sldChg>
      <pc:sldChg chg="new del">
        <pc:chgData name="Takashi Niimura" userId="8603a65360c21126" providerId="LiveId" clId="{8F816CAA-7870-4432-ADDD-2D7E86636CD6}" dt="2026-04-05T21:08:12.859" v="1583" actId="2696"/>
        <pc:sldMkLst>
          <pc:docMk/>
          <pc:sldMk cId="3424821787" sldId="259"/>
        </pc:sldMkLst>
      </pc:sldChg>
      <pc:sldChg chg="new del">
        <pc:chgData name="Takashi Niimura" userId="8603a65360c21126" providerId="LiveId" clId="{8F816CAA-7870-4432-ADDD-2D7E86636CD6}" dt="2026-04-05T21:44:42.195" v="2751" actId="680"/>
        <pc:sldMkLst>
          <pc:docMk/>
          <pc:sldMk cId="1611148443" sldId="260"/>
        </pc:sldMkLst>
      </pc:sldChg>
      <pc:sldChg chg="addSp delSp modSp new mod ord">
        <pc:chgData name="Takashi Niimura" userId="8603a65360c21126" providerId="LiveId" clId="{8F816CAA-7870-4432-ADDD-2D7E86636CD6}" dt="2026-04-05T21:50:55.895" v="3354" actId="20577"/>
        <pc:sldMkLst>
          <pc:docMk/>
          <pc:sldMk cId="3017104343" sldId="260"/>
        </pc:sldMkLst>
        <pc:spChg chg="add del">
          <ac:chgData name="Takashi Niimura" userId="8603a65360c21126" providerId="LiveId" clId="{8F816CAA-7870-4432-ADDD-2D7E86636CD6}" dt="2026-04-05T21:45:29.406" v="2803" actId="22"/>
          <ac:spMkLst>
            <pc:docMk/>
            <pc:sldMk cId="3017104343" sldId="260"/>
            <ac:spMk id="3" creationId="{99ADE76F-E6B7-33AE-21F6-74D5219DC1C9}"/>
          </ac:spMkLst>
        </pc:spChg>
        <pc:spChg chg="add del mod">
          <ac:chgData name="Takashi Niimura" userId="8603a65360c21126" providerId="LiveId" clId="{8F816CAA-7870-4432-ADDD-2D7E86636CD6}" dt="2026-04-05T21:47:32.636" v="2963" actId="478"/>
          <ac:spMkLst>
            <pc:docMk/>
            <pc:sldMk cId="3017104343" sldId="260"/>
            <ac:spMk id="5" creationId="{D5B96BEA-0D8E-0F03-01CB-B8E138287348}"/>
          </ac:spMkLst>
        </pc:spChg>
        <pc:spChg chg="add mod">
          <ac:chgData name="Takashi Niimura" userId="8603a65360c21126" providerId="LiveId" clId="{8F816CAA-7870-4432-ADDD-2D7E86636CD6}" dt="2026-04-05T21:46:00.616" v="2843" actId="20577"/>
          <ac:spMkLst>
            <pc:docMk/>
            <pc:sldMk cId="3017104343" sldId="260"/>
            <ac:spMk id="6" creationId="{7A508052-AFD9-484E-A3B1-C550D29218DF}"/>
          </ac:spMkLst>
        </pc:spChg>
        <pc:spChg chg="add mod">
          <ac:chgData name="Takashi Niimura" userId="8603a65360c21126" providerId="LiveId" clId="{8F816CAA-7870-4432-ADDD-2D7E86636CD6}" dt="2026-04-05T21:50:55.895" v="3354" actId="20577"/>
          <ac:spMkLst>
            <pc:docMk/>
            <pc:sldMk cId="3017104343" sldId="260"/>
            <ac:spMk id="7" creationId="{AD3445DF-BE93-A5BC-3D4E-436D74ED26C7}"/>
          </ac:spMkLst>
        </pc:spChg>
        <pc:picChg chg="add del mod">
          <ac:chgData name="Takashi Niimura" userId="8603a65360c21126" providerId="LiveId" clId="{8F816CAA-7870-4432-ADDD-2D7E86636CD6}" dt="2026-04-05T21:48:51.634" v="2970" actId="478"/>
          <ac:picMkLst>
            <pc:docMk/>
            <pc:sldMk cId="3017104343" sldId="260"/>
            <ac:picMk id="9" creationId="{B0DA4C77-BF26-0B13-C930-99E3A5DD8F34}"/>
          </ac:picMkLst>
        </pc:picChg>
        <pc:picChg chg="add mod">
          <ac:chgData name="Takashi Niimura" userId="8603a65360c21126" providerId="LiveId" clId="{8F816CAA-7870-4432-ADDD-2D7E86636CD6}" dt="2026-04-05T21:50:29.843" v="3257" actId="1076"/>
          <ac:picMkLst>
            <pc:docMk/>
            <pc:sldMk cId="3017104343" sldId="260"/>
            <ac:picMk id="11" creationId="{3DF27B1E-779C-8BE2-E533-20711CECFB0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E00D42-A1FA-38B5-F7DE-BDD4B05E3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0115A7-AC41-1FA9-EE68-420523A40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355A36-A860-88E3-9A9F-34558F84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0B3D56-3FAC-9DEE-2DAE-931024F2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E79D37-86DC-4907-AFE3-59C6F7A6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15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1A4F7C-6FF3-4E1C-7912-EB10491F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3B55F4-BB27-F354-2FF7-2EEB14224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5215A-760A-C926-A7B3-0DAEF004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EFB24E-6AD5-DF05-2950-18293769E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BE92F2-65C5-80C9-0B51-B3A82D60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0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DD66B-5996-9DF7-4720-DF1276EC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7580F2-0F28-08B8-3272-5B6C41703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3B856D-A6F9-1588-161A-8129F049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7BC1FA-E792-B5D9-C60D-5F420BD6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2F97B5-6606-CB66-5223-EEE5CEBD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921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534A95-3030-B8D7-B86C-D02F2B5F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547424-3EB2-2A99-E6AE-857B6AC77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854FC9-89CF-B9BF-B174-8FB74067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7469F3-C7DB-9BD4-BCCC-AF631BFE8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0D6292-676D-C1FD-58DC-E08C83DF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F9B5BE-4278-E09E-D989-B7F363CD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312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2860A6-09FE-1D30-A9EC-4323E578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0414F2-03BB-AFF9-3651-DBB2F1412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BC72EB-5581-47DF-FF12-5C112EB11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D9828B-53EB-06E7-0718-37E2EAA64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057CD9-8CCF-14E5-D732-9827B7552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0BD637-F4F0-F382-94B7-42F12C8E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AB6C95-C538-113E-3623-0482BECE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A6B18DB-08BE-80BF-8C85-6D0E21B1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61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BDB36-F4A6-FE02-0C14-5C135A21C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221D69B-82C2-73A3-8A0B-B82A599F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2AA24C-9689-E605-7102-D1EDB412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7EBE4D-E110-3D2F-15E8-3D93154F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19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D8A9081-0DA5-B4EB-3CE3-1DD77C27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995A4DD-3CC1-3787-33C6-F3B9DE38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238A98-23FB-F319-F9FF-BAB27002D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07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16015D-26B4-A44C-8039-ABCC9C89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311F84-F54F-2235-8FAC-AC786994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3AADE4-E38E-7894-2447-D5A866869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AA0D31-5778-3605-0111-C466F95F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5447F0-101E-7810-0F19-B34EFD52E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BA83A2-B35F-D4AF-FD73-523FAF9B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221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A49809-67EC-174A-FE51-39FAAAF1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9C507E-1EA8-146F-765C-F3F17FCBC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774B72-CB73-DDB6-814D-67B85E393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870921-F6EE-D7E6-DDD6-208065D9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B88F94-B5FB-564A-D607-65A0479B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D97B22-A273-ABA3-D7EC-C96A9C20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5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150076-581E-B8CB-0070-BE1857F3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B9023F-0426-327D-56CE-A836F9645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828EB0-8B13-3723-3291-470BF70C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0F8D11-5BF3-0E4B-4DF4-38230A59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DDC187-054B-7064-62C4-C1139E16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58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4A96F55-21C8-C757-B538-E7BE2D0E7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C36484-3A84-E3EB-2274-9BADA7879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C67C07-F273-9730-F0AE-DAFD9977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915BC9-9994-3D10-B375-55E0B318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D98F91-04B4-D7EF-7692-8ACD9D29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80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F1A5DF6-D473-88CE-7E5A-AC04D88B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0675AB-4220-8A62-2A21-AD0DB35F9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7486D7-64CE-5625-04F7-8080E6A54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5BA57-CD95-45CF-B5EC-5D4DC59759A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C9D482-6BF6-C10E-C58B-7A6D25EDA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9AEDE1-FEAD-06BA-E629-8DA580DB7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AE2A2-4E91-4249-AE22-BE9F08CECD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93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fineon.com/assets/row/public/documents/10/52/infineon-aurix-tc4dx-ab-es-erratasheet-en.pdf?_gl=1*18rq9r3*_gcl_au*MTM3NTc4NzMyNS4xNzc0NjkzNDI3*_ga*NTkyMDg4Mjc0LjE3NzE1NDY2NzA.*_ga_KVD0BL538B*czE3NzU0MjI4ODkkbzIyJGcxJHQxNzc1NDIzMDQyJGo1MCRsMCRoMTIyMzQwNTQ2NA..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nfineon/illd_release_tc4x/tree/main/src/Libraries/iLLD/TC4xx/CpuGeneric/Leth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464DFF4-4FB1-7E0F-D5E3-CC8EF86D4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6823"/>
              </p:ext>
            </p:extLst>
          </p:nvPr>
        </p:nvGraphicFramePr>
        <p:xfrm>
          <a:off x="540000" y="936000"/>
          <a:ext cx="11160000" cy="5574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346356942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669481899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3188163209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402580829"/>
                    </a:ext>
                  </a:extLst>
                </a:gridCol>
              </a:tblGrid>
              <a:tr h="327108">
                <a:tc>
                  <a:txBody>
                    <a:bodyPr/>
                    <a:lstStyle/>
                    <a:p>
                      <a:r>
                        <a:rPr kumimoji="1" lang="en-US" altLang="ja-JP" sz="1000" dirty="0"/>
                        <a:t>STEP</a:t>
                      </a:r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SETP 1.0</a:t>
                      </a:r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STEP 1.1</a:t>
                      </a:r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STEP 1.2</a:t>
                      </a:r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409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機能の概要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マイコン内での</a:t>
                      </a:r>
                      <a:r>
                        <a:rPr kumimoji="1" lang="en-US" altLang="ja-JP" sz="1000" dirty="0"/>
                        <a:t>loopback</a:t>
                      </a:r>
                      <a:r>
                        <a:rPr kumimoji="1" lang="ja-JP" altLang="en-US" sz="1000" dirty="0"/>
                        <a:t>での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1</a:t>
                      </a:r>
                      <a:r>
                        <a:rPr kumimoji="1" lang="ja-JP" altLang="en-US" sz="1000" dirty="0"/>
                        <a:t>フレームの送受信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 Chip</a:t>
                      </a:r>
                      <a:r>
                        <a:rPr kumimoji="1" lang="ja-JP" altLang="en-US" sz="1000" dirty="0"/>
                        <a:t>との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loopback</a:t>
                      </a:r>
                      <a:r>
                        <a:rPr kumimoji="1" lang="ja-JP" altLang="en-US" sz="1000" dirty="0"/>
                        <a:t>での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1</a:t>
                      </a:r>
                      <a:r>
                        <a:rPr kumimoji="1" lang="ja-JP" altLang="en-US" sz="1000" dirty="0"/>
                        <a:t>フレームの送受信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対向機との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1</a:t>
                      </a:r>
                      <a:r>
                        <a:rPr kumimoji="1" lang="ja-JP" altLang="en-US" sz="1000" dirty="0"/>
                        <a:t>フレームの送受信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06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イメージ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28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機材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TC4xx</a:t>
                      </a:r>
                      <a:r>
                        <a:rPr kumimoji="1" lang="ja-JP" altLang="en-US" sz="1000" dirty="0"/>
                        <a:t>評価ボード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TC4xx</a:t>
                      </a:r>
                      <a:r>
                        <a:rPr kumimoji="1" lang="ja-JP" altLang="en-US" sz="1000" dirty="0"/>
                        <a:t>評価ボード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Ethernet Chip</a:t>
                      </a:r>
                      <a:r>
                        <a:rPr kumimoji="1" lang="ja-JP" altLang="en-US" sz="1000" dirty="0"/>
                        <a:t>評価ボード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TC4xx</a:t>
                      </a:r>
                      <a:r>
                        <a:rPr kumimoji="1" lang="ja-JP" altLang="en-US" sz="1000" dirty="0"/>
                        <a:t>評価ボード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Ethernet Chip</a:t>
                      </a:r>
                      <a:r>
                        <a:rPr kumimoji="1" lang="ja-JP" altLang="en-US" sz="1000" dirty="0"/>
                        <a:t>評価ボード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Ethernet T1S</a:t>
                      </a:r>
                      <a:r>
                        <a:rPr kumimoji="1" lang="ja-JP" altLang="en-US" sz="1000" dirty="0"/>
                        <a:t>ケーブル 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要制作</a:t>
                      </a:r>
                      <a:r>
                        <a:rPr kumimoji="1" lang="en-US" altLang="ja-JP" sz="1000" dirty="0"/>
                        <a:t>)</a:t>
                      </a:r>
                    </a:p>
                    <a:p>
                      <a:pPr algn="ctr"/>
                      <a:r>
                        <a:rPr kumimoji="1" lang="ja-JP" altLang="en-US" sz="1000" dirty="0"/>
                        <a:t>コネクタ 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要制作</a:t>
                      </a:r>
                      <a:r>
                        <a:rPr kumimoji="1" lang="en-US" altLang="ja-JP" sz="1000" dirty="0"/>
                        <a:t>)</a:t>
                      </a:r>
                    </a:p>
                    <a:p>
                      <a:pPr algn="ctr"/>
                      <a:r>
                        <a:rPr kumimoji="1" lang="ja-JP" altLang="en-US" sz="1000" dirty="0"/>
                        <a:t>メディアコンバータ</a:t>
                      </a:r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T1S</a:t>
                      </a:r>
                      <a:r>
                        <a:rPr kumimoji="1" lang="ja-JP" altLang="en-US" sz="1000" dirty="0"/>
                        <a:t>ノード </a:t>
                      </a:r>
                      <a:r>
                        <a:rPr kumimoji="1" lang="en-US" altLang="ja-JP" sz="1000" dirty="0"/>
                        <a:t>(ADI</a:t>
                      </a:r>
                      <a:r>
                        <a:rPr kumimoji="1" lang="ja-JP" altLang="en-US" sz="1000" dirty="0"/>
                        <a:t>評価ボードなど</a:t>
                      </a:r>
                      <a:r>
                        <a:rPr kumimoji="1" lang="en-US" altLang="ja-JP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07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想定期間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HW</a:t>
                      </a:r>
                      <a:r>
                        <a:rPr kumimoji="1" lang="ja-JP" altLang="en-US" sz="1000" dirty="0"/>
                        <a:t>入手から約</a:t>
                      </a:r>
                      <a:r>
                        <a:rPr kumimoji="1" lang="en-US" altLang="ja-JP" sz="1000" dirty="0"/>
                        <a:t>2W</a:t>
                      </a:r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機材入手かつ</a:t>
                      </a:r>
                      <a:r>
                        <a:rPr kumimoji="1" lang="en-US" altLang="ja-JP" sz="1000" dirty="0"/>
                        <a:t>STE 1</a:t>
                      </a:r>
                      <a:r>
                        <a:rPr kumimoji="1" lang="ja-JP" altLang="en-US" sz="1000" dirty="0"/>
                        <a:t>後からから約</a:t>
                      </a:r>
                      <a:r>
                        <a:rPr kumimoji="1" lang="en-US" altLang="ja-JP" sz="1000" dirty="0"/>
                        <a:t>3W</a:t>
                      </a:r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機材入手かつ</a:t>
                      </a:r>
                      <a:r>
                        <a:rPr kumimoji="1" lang="en-US" altLang="ja-JP" sz="1000" dirty="0"/>
                        <a:t>STEP 2</a:t>
                      </a:r>
                      <a:r>
                        <a:rPr kumimoji="1" lang="ja-JP" altLang="en-US" sz="1000" dirty="0"/>
                        <a:t>後からから約</a:t>
                      </a:r>
                      <a:r>
                        <a:rPr kumimoji="1" lang="en-US" altLang="ja-JP" sz="1000" dirty="0"/>
                        <a:t>2W</a:t>
                      </a:r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842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前提の確認事項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評価ボードに</a:t>
                      </a:r>
                      <a:r>
                        <a:rPr kumimoji="1" lang="en-US" altLang="ja-JP" sz="1000" dirty="0" err="1"/>
                        <a:t>iLLD</a:t>
                      </a:r>
                      <a:r>
                        <a:rPr kumimoji="1" lang="ja-JP" altLang="en-US" sz="1000" dirty="0"/>
                        <a:t>が適用可能かの確認が必要 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営業に確認中</a:t>
                      </a:r>
                      <a:r>
                        <a:rPr kumimoji="1" lang="en-US" altLang="ja-JP" sz="1000" dirty="0"/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Loopback</a:t>
                      </a:r>
                      <a:r>
                        <a:rPr kumimoji="1" lang="ja-JP" altLang="en-US" sz="1000" dirty="0"/>
                        <a:t>できる個所を確認が必要。</a:t>
                      </a:r>
                      <a:r>
                        <a:rPr kumimoji="1" lang="en-US" altLang="ja-JP" sz="1000" dirty="0"/>
                        <a:t>MAC</a:t>
                      </a:r>
                      <a:r>
                        <a:rPr kumimoji="1" lang="ja-JP" altLang="en-US" sz="1000" dirty="0"/>
                        <a:t>ができることは確認済み。</a:t>
                      </a:r>
                      <a:r>
                        <a:rPr kumimoji="1" lang="en-US" altLang="ja-JP" sz="1000" dirty="0"/>
                        <a:t>Digital PHY</a:t>
                      </a:r>
                      <a:r>
                        <a:rPr kumimoji="1" lang="ja-JP" altLang="en-US" sz="1000" dirty="0"/>
                        <a:t>でできるかを要確認</a:t>
                      </a:r>
                      <a:r>
                        <a:rPr kumimoji="1" lang="en-US" altLang="ja-JP" sz="1000" dirty="0"/>
                        <a:t> (</a:t>
                      </a:r>
                      <a:r>
                        <a:rPr kumimoji="1" lang="ja-JP" altLang="en-US" sz="1000" dirty="0"/>
                        <a:t>マニュアルで確認中</a:t>
                      </a:r>
                      <a:r>
                        <a:rPr kumimoji="1" lang="en-US" altLang="ja-JP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流通している評価ボードのマイコン</a:t>
                      </a:r>
                      <a:r>
                        <a:rPr kumimoji="1" lang="en-US" altLang="ja-JP" sz="1000" dirty="0"/>
                        <a:t>(TC4D7 ES-AB)</a:t>
                      </a:r>
                      <a:r>
                        <a:rPr kumimoji="1" lang="ja-JP" altLang="en-US" sz="1000" dirty="0"/>
                        <a:t>では</a:t>
                      </a:r>
                      <a:r>
                        <a:rPr kumimoji="1" lang="en-US" altLang="ja-JP" sz="1000" dirty="0"/>
                        <a:t>Errata</a:t>
                      </a:r>
                      <a:r>
                        <a:rPr kumimoji="1" lang="ja-JP" altLang="en-US" sz="1000" dirty="0"/>
                        <a:t>により送信ができないため、実施不可の可能性あり 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営業に確認中</a:t>
                      </a:r>
                      <a:r>
                        <a:rPr kumimoji="1" lang="en-US" altLang="ja-JP" sz="1000" dirty="0"/>
                        <a:t>)</a:t>
                      </a:r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Ethernet Chip</a:t>
                      </a:r>
                      <a:r>
                        <a:rPr kumimoji="1" lang="ja-JP" altLang="en-US" sz="1000" dirty="0"/>
                        <a:t>が</a:t>
                      </a:r>
                      <a:r>
                        <a:rPr kumimoji="1" lang="en-US" altLang="ja-JP" sz="1000" dirty="0"/>
                        <a:t>Loopback</a:t>
                      </a:r>
                      <a:r>
                        <a:rPr kumimoji="1" lang="ja-JP" altLang="en-US" sz="1000" dirty="0"/>
                        <a:t>に対応するかを確認 </a:t>
                      </a:r>
                      <a:r>
                        <a:rPr kumimoji="1" lang="en-US" altLang="ja-JP" sz="1000" dirty="0"/>
                        <a:t>(Chip</a:t>
                      </a:r>
                      <a:r>
                        <a:rPr kumimoji="1" lang="ja-JP" altLang="en-US" sz="1000" dirty="0"/>
                        <a:t>ベンダに確認</a:t>
                      </a:r>
                      <a:r>
                        <a:rPr kumimoji="1" lang="en-US" altLang="ja-JP" sz="1000" dirty="0"/>
                        <a:t>)</a:t>
                      </a:r>
                    </a:p>
                    <a:p>
                      <a:pPr algn="ctr"/>
                      <a:endParaRPr kumimoji="1" lang="en-US" altLang="ja-JP" sz="1000" dirty="0"/>
                    </a:p>
                    <a:p>
                      <a:pPr algn="ctr"/>
                      <a:r>
                        <a:rPr kumimoji="1" lang="en-US" altLang="ja-JP" sz="1000" dirty="0"/>
                        <a:t>Ethernet Chip</a:t>
                      </a:r>
                      <a:r>
                        <a:rPr kumimoji="1" lang="ja-JP" altLang="en-US" sz="1000" dirty="0"/>
                        <a:t>に特別なドライバが不要 </a:t>
                      </a:r>
                      <a:r>
                        <a:rPr kumimoji="1" lang="en-US" altLang="ja-JP" sz="1000" dirty="0"/>
                        <a:t> (OA-3pin</a:t>
                      </a:r>
                      <a:r>
                        <a:rPr kumimoji="1" lang="ja-JP" altLang="en-US" sz="1000" dirty="0"/>
                        <a:t>のプロトコルでマイコンが実施</a:t>
                      </a:r>
                      <a:r>
                        <a:rPr kumimoji="1" lang="en-US" altLang="ja-JP" sz="1000" dirty="0"/>
                        <a:t>) (Chip</a:t>
                      </a:r>
                      <a:r>
                        <a:rPr kumimoji="1" lang="ja-JP" altLang="en-US" sz="1000" dirty="0"/>
                        <a:t>ベンダに確認中</a:t>
                      </a:r>
                      <a:r>
                        <a:rPr kumimoji="1" lang="en-US" altLang="ja-JP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STEP 1.1</a:t>
                      </a:r>
                      <a:r>
                        <a:rPr kumimoji="1" lang="ja-JP" altLang="en-US" sz="1000" dirty="0"/>
                        <a:t>の確認事項</a:t>
                      </a:r>
                      <a:r>
                        <a:rPr kumimoji="1" lang="en-US" altLang="ja-JP" sz="1000" dirty="0"/>
                        <a:t>3</a:t>
                      </a:r>
                      <a:r>
                        <a:rPr kumimoji="1" lang="ja-JP" altLang="en-US" sz="1000" dirty="0"/>
                        <a:t>点に加えて下記</a:t>
                      </a:r>
                      <a:endParaRPr kumimoji="1" lang="en-US" altLang="ja-JP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流通している評価ボードで</a:t>
                      </a:r>
                      <a:r>
                        <a:rPr kumimoji="1" lang="en-US" altLang="ja-JP" sz="1000" dirty="0"/>
                        <a:t>PMD</a:t>
                      </a:r>
                      <a:r>
                        <a:rPr kumimoji="1" lang="ja-JP" altLang="en-US" sz="1000" dirty="0"/>
                        <a:t>のピンが出ているか不明</a:t>
                      </a:r>
                      <a:r>
                        <a:rPr kumimoji="1" lang="en-US" altLang="ja-JP" sz="1000" dirty="0"/>
                        <a:t>(</a:t>
                      </a:r>
                      <a:r>
                        <a:rPr kumimoji="1" lang="ja-JP" altLang="en-US" sz="1000" dirty="0"/>
                        <a:t>営業に確認中</a:t>
                      </a:r>
                      <a:r>
                        <a:rPr kumimoji="1" lang="en-US" altLang="ja-JP" sz="1000" dirty="0"/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注</a:t>
                      </a:r>
                      <a:r>
                        <a:rPr kumimoji="1" lang="en-US" altLang="ja-JP" sz="1000" dirty="0"/>
                        <a:t>: </a:t>
                      </a:r>
                      <a:r>
                        <a:rPr kumimoji="1" lang="ja-JP" altLang="en-US" sz="1000" dirty="0"/>
                        <a:t>評価ボードは</a:t>
                      </a:r>
                      <a:r>
                        <a:rPr kumimoji="1" lang="en-US" altLang="ja-JP" sz="1000" dirty="0"/>
                        <a:t>2</a:t>
                      </a:r>
                      <a:r>
                        <a:rPr kumimoji="1" lang="ja-JP" altLang="en-US" sz="1000" dirty="0"/>
                        <a:t>種類あり、通信用の評価ボードはネット上だと在庫切れ。もう一方は汎用用途だが、</a:t>
                      </a:r>
                      <a:r>
                        <a:rPr kumimoji="1" lang="en-US" altLang="ja-JP" sz="1000" dirty="0"/>
                        <a:t>PMD</a:t>
                      </a:r>
                      <a:r>
                        <a:rPr kumimoji="1" lang="ja-JP" altLang="en-US" sz="1000" dirty="0"/>
                        <a:t>出てないかも。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6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補足事項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err="1"/>
                        <a:t>iLLD</a:t>
                      </a:r>
                      <a:r>
                        <a:rPr kumimoji="1" lang="ja-JP" altLang="en-US" sz="1000" dirty="0"/>
                        <a:t>に</a:t>
                      </a:r>
                      <a:r>
                        <a:rPr kumimoji="1" lang="en-US" altLang="ja-JP" sz="1000" dirty="0"/>
                        <a:t>loopback</a:t>
                      </a:r>
                      <a:r>
                        <a:rPr kumimoji="1" lang="ja-JP" altLang="en-US" sz="1000" dirty="0"/>
                        <a:t>のサンプルコードあり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「</a:t>
                      </a:r>
                      <a:r>
                        <a:rPr kumimoji="1" lang="en-US" altLang="ja-JP" sz="1000" dirty="0"/>
                        <a:t>T1S</a:t>
                      </a:r>
                      <a:r>
                        <a:rPr kumimoji="1" lang="ja-JP" altLang="en-US" sz="1000" dirty="0"/>
                        <a:t>ノード」は</a:t>
                      </a:r>
                      <a:r>
                        <a:rPr kumimoji="1" lang="en-US" altLang="ja-JP" sz="1000" dirty="0"/>
                        <a:t>PC(TC4xx</a:t>
                      </a:r>
                      <a:r>
                        <a:rPr kumimoji="1" lang="ja-JP" altLang="en-US" sz="1000" dirty="0"/>
                        <a:t>の対向機</a:t>
                      </a:r>
                      <a:r>
                        <a:rPr kumimoji="1" lang="en-US" altLang="ja-JP" sz="1000" dirty="0"/>
                        <a:t>)</a:t>
                      </a:r>
                      <a:r>
                        <a:rPr kumimoji="1" lang="ja-JP" altLang="en-US" sz="1000" dirty="0"/>
                        <a:t>の試験に使用</a:t>
                      </a:r>
                      <a:endParaRPr kumimoji="1" lang="en-US" altLang="ja-JP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「</a:t>
                      </a:r>
                      <a:r>
                        <a:rPr kumimoji="1" lang="en-US" altLang="ja-JP" sz="1000" dirty="0"/>
                        <a:t>T1S</a:t>
                      </a:r>
                      <a:r>
                        <a:rPr kumimoji="1" lang="ja-JP" altLang="en-US" sz="1000" dirty="0"/>
                        <a:t>ノード」を</a:t>
                      </a:r>
                      <a:r>
                        <a:rPr kumimoji="1" lang="en-US" altLang="ja-JP" sz="1000" dirty="0"/>
                        <a:t>TC4xx</a:t>
                      </a:r>
                      <a:r>
                        <a:rPr kumimoji="1" lang="ja-JP" altLang="en-US" sz="1000" dirty="0"/>
                        <a:t>の対向機としても使用可能</a:t>
                      </a:r>
                      <a:endParaRPr kumimoji="1" lang="en-US" altLang="ja-JP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044096"/>
                  </a:ext>
                </a:extLst>
              </a:tr>
            </a:tbl>
          </a:graphicData>
        </a:graphic>
      </p:graphicFrame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B306CB47-51C4-06B6-4E61-29948891B6CD}"/>
              </a:ext>
            </a:extLst>
          </p:cNvPr>
          <p:cNvGrpSpPr/>
          <p:nvPr/>
        </p:nvGrpSpPr>
        <p:grpSpPr>
          <a:xfrm>
            <a:off x="2880000" y="2088000"/>
            <a:ext cx="1080000" cy="1008000"/>
            <a:chOff x="2880000" y="1836000"/>
            <a:chExt cx="1080000" cy="1008000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E3B5CE6B-B9B9-4BFE-C0B9-0E6DCBFEAD13}"/>
                </a:ext>
              </a:extLst>
            </p:cNvPr>
            <p:cNvGrpSpPr/>
            <p:nvPr/>
          </p:nvGrpSpPr>
          <p:grpSpPr>
            <a:xfrm>
              <a:off x="2880000" y="1836000"/>
              <a:ext cx="1080000" cy="1008000"/>
              <a:chOff x="3060000" y="1836000"/>
              <a:chExt cx="1080000" cy="1008000"/>
            </a:xfrm>
          </p:grpSpPr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CA8A280D-D88C-3AAD-7C36-02237EAFB15D}"/>
                  </a:ext>
                </a:extLst>
              </p:cNvPr>
              <p:cNvSpPr/>
              <p:nvPr/>
            </p:nvSpPr>
            <p:spPr>
              <a:xfrm>
                <a:off x="3060000" y="1836000"/>
                <a:ext cx="1080000" cy="10080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ja-JP" sz="900" dirty="0">
                    <a:solidFill>
                      <a:schemeClr val="tx1"/>
                    </a:solidFill>
                  </a:rPr>
                  <a:t>TC4xx</a:t>
                </a:r>
                <a:endParaRPr kumimoji="1" lang="en-US" altLang="ja-JP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433114F0-EA9C-5498-6E14-FCD86D066D45}"/>
                  </a:ext>
                </a:extLst>
              </p:cNvPr>
              <p:cNvSpPr/>
              <p:nvPr/>
            </p:nvSpPr>
            <p:spPr>
              <a:xfrm>
                <a:off x="3240000" y="2160000"/>
                <a:ext cx="720000" cy="2160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900" dirty="0">
                    <a:solidFill>
                      <a:schemeClr val="tx1"/>
                    </a:solidFill>
                  </a:rPr>
                  <a:t>Eth TX</a:t>
                </a:r>
                <a:endParaRPr kumimoji="1" lang="en-US" altLang="ja-JP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2B058F73-04F3-7777-D61C-FB04DCA426B6}"/>
                  </a:ext>
                </a:extLst>
              </p:cNvPr>
              <p:cNvSpPr/>
              <p:nvPr/>
            </p:nvSpPr>
            <p:spPr>
              <a:xfrm>
                <a:off x="3240000" y="2520000"/>
                <a:ext cx="720000" cy="2160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900" dirty="0">
                    <a:solidFill>
                      <a:schemeClr val="tx1"/>
                    </a:solidFill>
                  </a:rPr>
                  <a:t>Eth RX</a:t>
                </a:r>
                <a:endParaRPr kumimoji="1" lang="en-US" altLang="ja-JP" sz="9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1" name="コネクタ: カギ線 30">
              <a:extLst>
                <a:ext uri="{FF2B5EF4-FFF2-40B4-BE49-F238E27FC236}">
                  <a16:creationId xmlns:a16="http://schemas.microsoft.com/office/drawing/2014/main" id="{1B1AFB56-6520-5CB8-628B-666AAE0E0CC9}"/>
                </a:ext>
              </a:extLst>
            </p:cNvPr>
            <p:cNvCxnSpPr>
              <a:cxnSpLocks/>
              <a:stCxn id="28" idx="3"/>
              <a:endCxn id="29" idx="3"/>
            </p:cNvCxnSpPr>
            <p:nvPr/>
          </p:nvCxnSpPr>
          <p:spPr>
            <a:xfrm>
              <a:off x="3780000" y="2268000"/>
              <a:ext cx="12700" cy="360000"/>
            </a:xfrm>
            <a:prstGeom prst="bentConnector3">
              <a:avLst>
                <a:gd name="adj1" fmla="val 936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FA1F4BE5-842D-FEBF-C26B-DD499F3D1E6D}"/>
              </a:ext>
            </a:extLst>
          </p:cNvPr>
          <p:cNvGrpSpPr/>
          <p:nvPr/>
        </p:nvGrpSpPr>
        <p:grpSpPr>
          <a:xfrm>
            <a:off x="5580000" y="2088000"/>
            <a:ext cx="1764000" cy="1008000"/>
            <a:chOff x="5760000" y="1836000"/>
            <a:chExt cx="1764000" cy="1008000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E887FBD1-2785-EDAA-59CF-E1E25ECB5D4C}"/>
                </a:ext>
              </a:extLst>
            </p:cNvPr>
            <p:cNvGrpSpPr/>
            <p:nvPr/>
          </p:nvGrpSpPr>
          <p:grpSpPr>
            <a:xfrm>
              <a:off x="5760000" y="1836000"/>
              <a:ext cx="1764000" cy="1008000"/>
              <a:chOff x="5501448" y="1836000"/>
              <a:chExt cx="1764000" cy="1008000"/>
            </a:xfrm>
          </p:grpSpPr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BE3152C1-D557-ACE8-B649-5413F25CDBBD}"/>
                  </a:ext>
                </a:extLst>
              </p:cNvPr>
              <p:cNvGrpSpPr/>
              <p:nvPr/>
            </p:nvGrpSpPr>
            <p:grpSpPr>
              <a:xfrm>
                <a:off x="5501448" y="1836000"/>
                <a:ext cx="1080000" cy="1008000"/>
                <a:chOff x="3060000" y="1836000"/>
                <a:chExt cx="1080000" cy="1008000"/>
              </a:xfrm>
            </p:grpSpPr>
            <p:sp>
              <p:nvSpPr>
                <p:cNvPr id="37" name="正方形/長方形 36">
                  <a:extLst>
                    <a:ext uri="{FF2B5EF4-FFF2-40B4-BE49-F238E27FC236}">
                      <a16:creationId xmlns:a16="http://schemas.microsoft.com/office/drawing/2014/main" id="{3CF7FC93-C657-9D70-D6F1-10A1135EE05E}"/>
                    </a:ext>
                  </a:extLst>
                </p:cNvPr>
                <p:cNvSpPr/>
                <p:nvPr/>
              </p:nvSpPr>
              <p:spPr>
                <a:xfrm>
                  <a:off x="3060000" y="1836000"/>
                  <a:ext cx="1080000" cy="100800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altLang="ja-JP" sz="900" dirty="0">
                      <a:solidFill>
                        <a:schemeClr val="tx1"/>
                      </a:solidFill>
                    </a:rPr>
                    <a:t>TC4xx</a:t>
                  </a:r>
                  <a:endParaRPr kumimoji="1" lang="en-US" altLang="ja-JP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正方形/長方形 37">
                  <a:extLst>
                    <a:ext uri="{FF2B5EF4-FFF2-40B4-BE49-F238E27FC236}">
                      <a16:creationId xmlns:a16="http://schemas.microsoft.com/office/drawing/2014/main" id="{39958E1B-283D-F9C6-E4D5-70F8A096F064}"/>
                    </a:ext>
                  </a:extLst>
                </p:cNvPr>
                <p:cNvSpPr/>
                <p:nvPr/>
              </p:nvSpPr>
              <p:spPr>
                <a:xfrm>
                  <a:off x="3240000" y="2160000"/>
                  <a:ext cx="720000" cy="21600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900" dirty="0">
                      <a:solidFill>
                        <a:schemeClr val="tx1"/>
                      </a:solidFill>
                    </a:rPr>
                    <a:t>Eth TX</a:t>
                  </a:r>
                  <a:endParaRPr kumimoji="1" lang="en-US" altLang="ja-JP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正方形/長方形 38">
                  <a:extLst>
                    <a:ext uri="{FF2B5EF4-FFF2-40B4-BE49-F238E27FC236}">
                      <a16:creationId xmlns:a16="http://schemas.microsoft.com/office/drawing/2014/main" id="{A13D4926-C923-6F36-720F-0AB02F1D4051}"/>
                    </a:ext>
                  </a:extLst>
                </p:cNvPr>
                <p:cNvSpPr/>
                <p:nvPr/>
              </p:nvSpPr>
              <p:spPr>
                <a:xfrm>
                  <a:off x="3240000" y="2520000"/>
                  <a:ext cx="720000" cy="21600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900" dirty="0">
                      <a:solidFill>
                        <a:schemeClr val="tx1"/>
                      </a:solidFill>
                    </a:rPr>
                    <a:t>Eth RX</a:t>
                  </a:r>
                  <a:endParaRPr kumimoji="1" lang="en-US" altLang="ja-JP" sz="9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A4252C18-4999-9FD2-4F74-19E1EDAE42AC}"/>
                  </a:ext>
                </a:extLst>
              </p:cNvPr>
              <p:cNvSpPr/>
              <p:nvPr/>
            </p:nvSpPr>
            <p:spPr>
              <a:xfrm>
                <a:off x="6725448" y="1836000"/>
                <a:ext cx="540000" cy="10080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900" dirty="0">
                    <a:solidFill>
                      <a:schemeClr val="tx1"/>
                    </a:solidFill>
                  </a:rPr>
                  <a:t>Eth</a:t>
                </a:r>
                <a:endParaRPr lang="en-US" altLang="ja-JP" sz="9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en-US" altLang="ja-JP" sz="900" dirty="0">
                    <a:solidFill>
                      <a:schemeClr val="tx1"/>
                    </a:solidFill>
                  </a:rPr>
                  <a:t>Chip</a:t>
                </a:r>
              </a:p>
            </p:txBody>
          </p:sp>
        </p:grpSp>
        <p:cxnSp>
          <p:nvCxnSpPr>
            <p:cNvPr id="42" name="コネクタ: カギ線 41">
              <a:extLst>
                <a:ext uri="{FF2B5EF4-FFF2-40B4-BE49-F238E27FC236}">
                  <a16:creationId xmlns:a16="http://schemas.microsoft.com/office/drawing/2014/main" id="{C7D2D1C1-D1E9-C1A1-D51E-FE31DF1885F1}"/>
                </a:ext>
              </a:extLst>
            </p:cNvPr>
            <p:cNvCxnSpPr>
              <a:cxnSpLocks/>
              <a:stCxn id="38" idx="3"/>
              <a:endCxn id="39" idx="3"/>
            </p:cNvCxnSpPr>
            <p:nvPr/>
          </p:nvCxnSpPr>
          <p:spPr>
            <a:xfrm>
              <a:off x="6660000" y="2268000"/>
              <a:ext cx="12700" cy="360000"/>
            </a:xfrm>
            <a:prstGeom prst="bentConnector3">
              <a:avLst>
                <a:gd name="adj1" fmla="val 324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32FAF288-6168-0A20-2223-9D9C752DEDDF}"/>
              </a:ext>
            </a:extLst>
          </p:cNvPr>
          <p:cNvGrpSpPr/>
          <p:nvPr/>
        </p:nvGrpSpPr>
        <p:grpSpPr>
          <a:xfrm>
            <a:off x="8460000" y="2088000"/>
            <a:ext cx="2916000" cy="1008000"/>
            <a:chOff x="8388000" y="1836000"/>
            <a:chExt cx="2916000" cy="1008000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8E3CE224-E948-2E1C-277E-35F18BC8F3A0}"/>
                </a:ext>
              </a:extLst>
            </p:cNvPr>
            <p:cNvGrpSpPr/>
            <p:nvPr/>
          </p:nvGrpSpPr>
          <p:grpSpPr>
            <a:xfrm>
              <a:off x="8388000" y="1836000"/>
              <a:ext cx="2916000" cy="1008000"/>
              <a:chOff x="8370000" y="1836000"/>
              <a:chExt cx="2916000" cy="1008000"/>
            </a:xfrm>
          </p:grpSpPr>
          <p:grpSp>
            <p:nvGrpSpPr>
              <p:cNvPr id="53" name="グループ化 52">
                <a:extLst>
                  <a:ext uri="{FF2B5EF4-FFF2-40B4-BE49-F238E27FC236}">
                    <a16:creationId xmlns:a16="http://schemas.microsoft.com/office/drawing/2014/main" id="{2DA8C9AB-5134-1E61-7F0D-ECAABAC08BED}"/>
                  </a:ext>
                </a:extLst>
              </p:cNvPr>
              <p:cNvGrpSpPr/>
              <p:nvPr/>
            </p:nvGrpSpPr>
            <p:grpSpPr>
              <a:xfrm>
                <a:off x="8370000" y="1836000"/>
                <a:ext cx="1080000" cy="1008000"/>
                <a:chOff x="3060000" y="1836000"/>
                <a:chExt cx="1080000" cy="1008000"/>
              </a:xfrm>
            </p:grpSpPr>
            <p:sp>
              <p:nvSpPr>
                <p:cNvPr id="54" name="正方形/長方形 53">
                  <a:extLst>
                    <a:ext uri="{FF2B5EF4-FFF2-40B4-BE49-F238E27FC236}">
                      <a16:creationId xmlns:a16="http://schemas.microsoft.com/office/drawing/2014/main" id="{967C2AEC-3F13-C3D0-345D-FBCF9CF298F2}"/>
                    </a:ext>
                  </a:extLst>
                </p:cNvPr>
                <p:cNvSpPr/>
                <p:nvPr/>
              </p:nvSpPr>
              <p:spPr>
                <a:xfrm>
                  <a:off x="3060000" y="1836000"/>
                  <a:ext cx="1080000" cy="100800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altLang="ja-JP" sz="900" dirty="0">
                      <a:solidFill>
                        <a:schemeClr val="tx1"/>
                      </a:solidFill>
                    </a:rPr>
                    <a:t>TC4xx</a:t>
                  </a:r>
                  <a:endParaRPr kumimoji="1" lang="en-US" altLang="ja-JP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正方形/長方形 54">
                  <a:extLst>
                    <a:ext uri="{FF2B5EF4-FFF2-40B4-BE49-F238E27FC236}">
                      <a16:creationId xmlns:a16="http://schemas.microsoft.com/office/drawing/2014/main" id="{B163AAC7-30DA-8690-2D07-4B8A1AAA190C}"/>
                    </a:ext>
                  </a:extLst>
                </p:cNvPr>
                <p:cNvSpPr/>
                <p:nvPr/>
              </p:nvSpPr>
              <p:spPr>
                <a:xfrm>
                  <a:off x="3240000" y="2160000"/>
                  <a:ext cx="720000" cy="21600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900" dirty="0">
                      <a:solidFill>
                        <a:schemeClr val="tx1"/>
                      </a:solidFill>
                    </a:rPr>
                    <a:t>Eth TX</a:t>
                  </a:r>
                  <a:endParaRPr kumimoji="1" lang="en-US" altLang="ja-JP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正方形/長方形 55">
                  <a:extLst>
                    <a:ext uri="{FF2B5EF4-FFF2-40B4-BE49-F238E27FC236}">
                      <a16:creationId xmlns:a16="http://schemas.microsoft.com/office/drawing/2014/main" id="{812EC17D-A7E3-BDE6-0837-9499C869C84E}"/>
                    </a:ext>
                  </a:extLst>
                </p:cNvPr>
                <p:cNvSpPr/>
                <p:nvPr/>
              </p:nvSpPr>
              <p:spPr>
                <a:xfrm>
                  <a:off x="3240000" y="2520000"/>
                  <a:ext cx="720000" cy="21600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900" dirty="0">
                      <a:solidFill>
                        <a:schemeClr val="tx1"/>
                      </a:solidFill>
                    </a:rPr>
                    <a:t>Eth RX</a:t>
                  </a:r>
                  <a:endParaRPr kumimoji="1" lang="en-US" altLang="ja-JP" sz="9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294F6A90-92D8-A627-BF41-426F480A325A}"/>
                  </a:ext>
                </a:extLst>
              </p:cNvPr>
              <p:cNvSpPr/>
              <p:nvPr/>
            </p:nvSpPr>
            <p:spPr>
              <a:xfrm>
                <a:off x="9594000" y="1836000"/>
                <a:ext cx="540000" cy="10080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900" dirty="0">
                    <a:solidFill>
                      <a:schemeClr val="tx1"/>
                    </a:solidFill>
                  </a:rPr>
                  <a:t>Eth</a:t>
                </a:r>
                <a:endParaRPr lang="en-US" altLang="ja-JP" sz="9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en-US" altLang="ja-JP" sz="900" dirty="0">
                    <a:solidFill>
                      <a:schemeClr val="tx1"/>
                    </a:solidFill>
                  </a:rPr>
                  <a:t>Chip</a:t>
                </a: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4F651C6A-CC51-AE0E-5302-9394E68D279E}"/>
                  </a:ext>
                </a:extLst>
              </p:cNvPr>
              <p:cNvSpPr/>
              <p:nvPr/>
            </p:nvSpPr>
            <p:spPr>
              <a:xfrm>
                <a:off x="10350000" y="1836000"/>
                <a:ext cx="360000" cy="10080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dirty="0">
                    <a:solidFill>
                      <a:schemeClr val="tx1"/>
                    </a:solidFill>
                  </a:rPr>
                  <a:t>メディコン</a:t>
                </a:r>
                <a:endParaRPr kumimoji="1" lang="en-US" altLang="ja-JP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25C66365-3246-1295-6A66-80A071FAF3AF}"/>
                  </a:ext>
                </a:extLst>
              </p:cNvPr>
              <p:cNvSpPr/>
              <p:nvPr/>
            </p:nvSpPr>
            <p:spPr>
              <a:xfrm>
                <a:off x="10926000" y="1836000"/>
                <a:ext cx="360000" cy="100800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900" dirty="0">
                    <a:solidFill>
                      <a:schemeClr val="tx1"/>
                    </a:solidFill>
                  </a:rPr>
                  <a:t>P</a:t>
                </a:r>
              </a:p>
              <a:p>
                <a:pPr algn="ctr"/>
                <a:r>
                  <a:rPr kumimoji="1" lang="en-US" altLang="ja-JP" sz="900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</p:grp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230AA956-1E05-FD5E-CB5B-51055C79FA00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>
              <a:off x="9288000" y="2268000"/>
              <a:ext cx="1656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E1CABCA8-BA82-1191-C741-B0ED79BE86D7}"/>
                </a:ext>
              </a:extLst>
            </p:cNvPr>
            <p:cNvCxnSpPr>
              <a:cxnSpLocks/>
              <a:endCxn id="56" idx="3"/>
            </p:cNvCxnSpPr>
            <p:nvPr/>
          </p:nvCxnSpPr>
          <p:spPr>
            <a:xfrm flipH="1" flipV="1">
              <a:off x="9288000" y="2628000"/>
              <a:ext cx="1656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CE04B61-4222-3199-6ED6-A4E756E9DCF4}"/>
              </a:ext>
            </a:extLst>
          </p:cNvPr>
          <p:cNvSpPr txBox="1"/>
          <p:nvPr/>
        </p:nvSpPr>
        <p:spPr>
          <a:xfrm>
            <a:off x="720000" y="360000"/>
            <a:ext cx="516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対向機と</a:t>
            </a:r>
            <a:r>
              <a:rPr kumimoji="1" lang="en-US" altLang="ja-JP"/>
              <a:t>1</a:t>
            </a:r>
            <a:r>
              <a:rPr kumimoji="1" lang="ja-JP" altLang="en-US" dirty="0"/>
              <a:t>フレームの送受信するまでのステップ</a:t>
            </a:r>
          </a:p>
        </p:txBody>
      </p:sp>
    </p:spTree>
    <p:extLst>
      <p:ext uri="{BB962C8B-B14F-4D97-AF65-F5344CB8AC3E}">
        <p14:creationId xmlns:p14="http://schemas.microsoft.com/office/powerpoint/2010/main" val="286727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BB418B-1C9F-0394-C1D6-9AF46E1B1FF3}"/>
              </a:ext>
            </a:extLst>
          </p:cNvPr>
          <p:cNvSpPr txBox="1"/>
          <p:nvPr/>
        </p:nvSpPr>
        <p:spPr>
          <a:xfrm>
            <a:off x="720000" y="360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エラッタ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F68603-C7CB-E014-73EB-84B62D7FDD25}"/>
              </a:ext>
            </a:extLst>
          </p:cNvPr>
          <p:cNvSpPr txBox="1"/>
          <p:nvPr/>
        </p:nvSpPr>
        <p:spPr>
          <a:xfrm>
            <a:off x="868680" y="1042416"/>
            <a:ext cx="11119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現行版の</a:t>
            </a:r>
            <a:r>
              <a:rPr lang="en-US" altLang="ja-JP" sz="1400" dirty="0"/>
              <a:t>TC4D ES-AB</a:t>
            </a:r>
            <a:r>
              <a:rPr lang="ja-JP" altLang="en-US" sz="1400" dirty="0"/>
              <a:t>ステップは</a:t>
            </a:r>
            <a:r>
              <a:rPr lang="en-US" altLang="ja-JP" sz="1400" dirty="0"/>
              <a:t>PMD Transceiver</a:t>
            </a:r>
            <a:r>
              <a:rPr lang="ja-JP" altLang="en-US" sz="1400" dirty="0"/>
              <a:t>の重大なエラッタが複数ある。</a:t>
            </a:r>
            <a:endParaRPr lang="en-US" altLang="ja-JP" sz="1400" dirty="0"/>
          </a:p>
          <a:p>
            <a:r>
              <a:rPr kumimoji="1" lang="ja-JP" altLang="en-US" sz="1400" dirty="0"/>
              <a:t>後続版が出て解決されているか確認が必要。</a:t>
            </a:r>
            <a:endParaRPr kumimoji="1" lang="en-US" altLang="ja-JP" sz="1400" dirty="0"/>
          </a:p>
          <a:p>
            <a:r>
              <a:rPr lang="ja-JP" altLang="en-US" sz="1400" dirty="0"/>
              <a:t>まだ出ていなければ、受信だけ</a:t>
            </a:r>
            <a:r>
              <a:rPr lang="en-US" altLang="ja-JP" sz="1400" dirty="0"/>
              <a:t>Workaround</a:t>
            </a:r>
            <a:r>
              <a:rPr lang="ja-JP" altLang="en-US" sz="1400" dirty="0"/>
              <a:t>を適用したりするなど、どこまでできるか</a:t>
            </a:r>
            <a:r>
              <a:rPr lang="en-US" altLang="ja-JP" sz="1400" dirty="0"/>
              <a:t>Infineon</a:t>
            </a:r>
            <a:r>
              <a:rPr lang="ja-JP" altLang="en-US" sz="1400" dirty="0"/>
              <a:t>と相談。</a:t>
            </a:r>
            <a:endParaRPr kumimoji="1" lang="en-US" altLang="ja-JP" sz="1400" dirty="0"/>
          </a:p>
          <a:p>
            <a:r>
              <a:rPr lang="en-US" altLang="ja-JP" sz="1400" dirty="0">
                <a:hlinkClick r:id="rId2"/>
              </a:rPr>
              <a:t>AURIX™ TC4Dx errata sheet</a:t>
            </a:r>
            <a:endParaRPr kumimoji="1" lang="en-US" altLang="ja-JP" sz="1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D6A863-1459-F560-7E5C-885FD7E1C541}"/>
              </a:ext>
            </a:extLst>
          </p:cNvPr>
          <p:cNvSpPr txBox="1"/>
          <p:nvPr/>
        </p:nvSpPr>
        <p:spPr>
          <a:xfrm>
            <a:off x="868680" y="2245377"/>
            <a:ext cx="1111910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Infineon TC4D ES-AB</a:t>
            </a:r>
            <a:r>
              <a:rPr lang="ja-JP" altLang="en-US" sz="800" dirty="0"/>
              <a:t>のエラッタのうち</a:t>
            </a:r>
            <a:r>
              <a:rPr lang="en-US" altLang="ja-JP" sz="800" dirty="0"/>
              <a:t>PMD Transceiver</a:t>
            </a:r>
            <a:r>
              <a:rPr lang="ja-JP" altLang="en-US" sz="800" dirty="0"/>
              <a:t>を使用する上で隘路事項になるものを教えて。 重要度順に並べて、それぞれ一言にまとめて。</a:t>
            </a:r>
            <a:endParaRPr kumimoji="1" lang="en-US" altLang="ja-JP" sz="800" dirty="0"/>
          </a:p>
          <a:p>
            <a:endParaRPr lang="en-US" altLang="ja-JP" sz="800" dirty="0"/>
          </a:p>
          <a:p>
            <a:r>
              <a:rPr kumimoji="1" lang="en-US" altLang="ja-JP" sz="800" dirty="0"/>
              <a:t>PMD Transceiver</a:t>
            </a:r>
            <a:r>
              <a:rPr kumimoji="1" lang="ja-JP" altLang="en-US" sz="800" dirty="0"/>
              <a:t>前提の **</a:t>
            </a:r>
            <a:r>
              <a:rPr kumimoji="1" lang="en-US" altLang="ja-JP" sz="800" dirty="0"/>
              <a:t>10BASE-T1S</a:t>
            </a:r>
            <a:r>
              <a:rPr kumimoji="1" lang="ja-JP" altLang="en-US" sz="800" dirty="0"/>
              <a:t>運用で特に隘路になりやすいもの**を、実運用インパクト順で並べると、まずは次です。根拠は </a:t>
            </a:r>
            <a:r>
              <a:rPr kumimoji="1" lang="en-US" altLang="ja-JP" sz="800" dirty="0"/>
              <a:t>Infineon </a:t>
            </a:r>
            <a:r>
              <a:rPr kumimoji="1" lang="ja-JP" altLang="en-US" sz="800" dirty="0"/>
              <a:t>の **</a:t>
            </a:r>
            <a:r>
              <a:rPr kumimoji="1" lang="en-US" altLang="ja-JP" sz="800" dirty="0"/>
              <a:t>AURIX TC4Dx ES-AB errata sheet** </a:t>
            </a:r>
            <a:r>
              <a:rPr kumimoji="1" lang="ja-JP" altLang="en-US" sz="800" dirty="0"/>
              <a:t>です。 </a:t>
            </a:r>
            <a:r>
              <a:rPr kumimoji="1" lang="en-US" altLang="ja-JP" sz="800" dirty="0"/>
              <a:t>([</a:t>
            </a:r>
            <a:r>
              <a:rPr kumimoji="1" lang="ja-JP" altLang="en-US" sz="800" dirty="0"/>
              <a:t>インフィニオン</a:t>
            </a:r>
            <a:r>
              <a:rPr kumimoji="1" lang="en-US" altLang="ja-JP" sz="800" dirty="0"/>
              <a:t>][1])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1. **LETH_AI.014**</a:t>
            </a:r>
          </a:p>
          <a:p>
            <a:r>
              <a:rPr kumimoji="1" lang="en-US" altLang="ja-JP" sz="800" dirty="0"/>
              <a:t>   **</a:t>
            </a:r>
            <a:r>
              <a:rPr kumimoji="1" lang="ja-JP" altLang="en-US" sz="800" dirty="0"/>
              <a:t>「</a:t>
            </a:r>
            <a:r>
              <a:rPr kumimoji="1" lang="en-US" altLang="ja-JP" sz="800" dirty="0"/>
              <a:t>TX</a:t>
            </a:r>
            <a:r>
              <a:rPr kumimoji="1" lang="ja-JP" altLang="en-US" sz="800" dirty="0"/>
              <a:t>開始直後の先頭ビット符号化不正で、</a:t>
            </a:r>
            <a:r>
              <a:rPr kumimoji="1" lang="en-US" altLang="ja-JP" sz="800" dirty="0"/>
              <a:t>XCVR</a:t>
            </a:r>
            <a:r>
              <a:rPr kumimoji="1" lang="ja-JP" altLang="en-US" sz="800" dirty="0"/>
              <a:t>が衝突誤検出し送信成功不能」**。</a:t>
            </a:r>
          </a:p>
          <a:p>
            <a:r>
              <a:rPr kumimoji="1" lang="ja-JP" altLang="en-US" sz="800" dirty="0"/>
              <a:t>   </a:t>
            </a:r>
            <a:r>
              <a:rPr kumimoji="1" lang="en-US" altLang="ja-JP" sz="800" dirty="0"/>
              <a:t>Errata</a:t>
            </a:r>
            <a:r>
              <a:rPr kumimoji="1" lang="ja-JP" altLang="en-US" sz="800" dirty="0"/>
              <a:t>上も **“</a:t>
            </a:r>
            <a:r>
              <a:rPr kumimoji="1" lang="en-US" altLang="ja-JP" sz="800" dirty="0"/>
              <a:t>none of the packets can be transmitted successfully”** </a:t>
            </a:r>
            <a:r>
              <a:rPr kumimoji="1" lang="ja-JP" altLang="en-US" sz="800" dirty="0"/>
              <a:t>で、しかも **</a:t>
            </a:r>
            <a:r>
              <a:rPr kumimoji="1" lang="en-US" altLang="ja-JP" sz="800" dirty="0"/>
              <a:t>workaround</a:t>
            </a:r>
            <a:r>
              <a:rPr kumimoji="1" lang="ja-JP" altLang="en-US" sz="800" dirty="0"/>
              <a:t>なし**なので、</a:t>
            </a:r>
            <a:r>
              <a:rPr kumimoji="1" lang="en-US" altLang="ja-JP" sz="800" dirty="0"/>
              <a:t>PMD XCVR</a:t>
            </a:r>
            <a:r>
              <a:rPr kumimoji="1" lang="ja-JP" altLang="en-US" sz="800" dirty="0"/>
              <a:t>使用時の最重要ブロッカーです。 </a:t>
            </a:r>
          </a:p>
          <a:p>
            <a:endParaRPr kumimoji="1" lang="ja-JP" altLang="en-US" sz="800" dirty="0"/>
          </a:p>
          <a:p>
            <a:r>
              <a:rPr kumimoji="1" lang="en-US" altLang="ja-JP" sz="800" dirty="0"/>
              <a:t>2. **LETH_AI.020**</a:t>
            </a:r>
          </a:p>
          <a:p>
            <a:r>
              <a:rPr kumimoji="1" lang="en-US" altLang="ja-JP" sz="800" dirty="0"/>
              <a:t>   **</a:t>
            </a:r>
            <a:r>
              <a:rPr kumimoji="1" lang="ja-JP" altLang="en-US" sz="800" dirty="0"/>
              <a:t>「</a:t>
            </a:r>
            <a:r>
              <a:rPr kumimoji="1" lang="en-US" altLang="ja-JP" sz="800" dirty="0"/>
              <a:t>Coordinator</a:t>
            </a:r>
            <a:r>
              <a:rPr kumimoji="1" lang="ja-JP" altLang="en-US" sz="800" dirty="0"/>
              <a:t>動作で</a:t>
            </a:r>
            <a:r>
              <a:rPr kumimoji="1" lang="en-US" altLang="ja-JP" sz="800" dirty="0"/>
              <a:t>BEACON</a:t>
            </a:r>
            <a:r>
              <a:rPr kumimoji="1" lang="ja-JP" altLang="en-US" sz="800" dirty="0"/>
              <a:t>なし送信が起き、ネットワーク同期崩壊と衝突多発」**。</a:t>
            </a:r>
          </a:p>
          <a:p>
            <a:r>
              <a:rPr kumimoji="1" lang="ja-JP" altLang="en-US" sz="800" dirty="0"/>
              <a:t>   </a:t>
            </a:r>
            <a:r>
              <a:rPr kumimoji="1" lang="en-US" altLang="ja-JP" sz="800" dirty="0"/>
              <a:t>Coordinator</a:t>
            </a:r>
            <a:r>
              <a:rPr kumimoji="1" lang="ja-JP" altLang="en-US" sz="800" dirty="0"/>
              <a:t>ノード運用では、ノードが同期を失って **</a:t>
            </a:r>
            <a:r>
              <a:rPr kumimoji="1" lang="en-US" altLang="ja-JP" sz="800" dirty="0"/>
              <a:t>continuous TO restart/expiry and collisions** </a:t>
            </a:r>
            <a:r>
              <a:rPr kumimoji="1" lang="ja-JP" altLang="en-US" sz="800" dirty="0"/>
              <a:t>になるため、システム全体を壊しやすい重症項目です。 </a:t>
            </a:r>
          </a:p>
          <a:p>
            <a:endParaRPr kumimoji="1" lang="ja-JP" altLang="en-US" sz="800" dirty="0"/>
          </a:p>
          <a:p>
            <a:r>
              <a:rPr kumimoji="1" lang="en-US" altLang="ja-JP" sz="800" dirty="0"/>
              <a:t>3. **LETH_AI.022**</a:t>
            </a:r>
          </a:p>
          <a:p>
            <a:r>
              <a:rPr kumimoji="1" lang="en-US" altLang="ja-JP" sz="800" dirty="0"/>
              <a:t>   **</a:t>
            </a:r>
            <a:r>
              <a:rPr kumimoji="1" lang="ja-JP" altLang="en-US" sz="800" dirty="0"/>
              <a:t>「回線</a:t>
            </a:r>
            <a:r>
              <a:rPr kumimoji="1" lang="en-US" altLang="ja-JP" sz="800" dirty="0"/>
              <a:t>/PMD</a:t>
            </a:r>
            <a:r>
              <a:rPr kumimoji="1" lang="ja-JP" altLang="en-US" sz="800" dirty="0"/>
              <a:t>由来の特定</a:t>
            </a:r>
            <a:r>
              <a:rPr kumimoji="1" lang="en-US" altLang="ja-JP" sz="800" dirty="0"/>
              <a:t>SYNC</a:t>
            </a:r>
            <a:r>
              <a:rPr kumimoji="1" lang="ja-JP" altLang="en-US" sz="800" dirty="0"/>
              <a:t>化けで、次パケットが落ちてデータロス」**。</a:t>
            </a:r>
          </a:p>
          <a:p>
            <a:r>
              <a:rPr kumimoji="1" lang="ja-JP" altLang="en-US" sz="800" dirty="0"/>
              <a:t>   外部</a:t>
            </a:r>
            <a:r>
              <a:rPr kumimoji="1" lang="en-US" altLang="ja-JP" sz="800" dirty="0"/>
              <a:t>PMD transceiver</a:t>
            </a:r>
            <a:r>
              <a:rPr kumimoji="1" lang="ja-JP" altLang="en-US" sz="800" dirty="0"/>
              <a:t>や回線エラー起点で発生し、**次フレームが</a:t>
            </a:r>
            <a:r>
              <a:rPr kumimoji="1" lang="en-US" altLang="ja-JP" sz="800" dirty="0"/>
              <a:t>drop**</a:t>
            </a:r>
            <a:r>
              <a:rPr kumimoji="1" lang="ja-JP" altLang="en-US" sz="800" dirty="0"/>
              <a:t>、**</a:t>
            </a:r>
            <a:r>
              <a:rPr kumimoji="1" lang="en-US" altLang="ja-JP" sz="800" dirty="0"/>
              <a:t>workaround</a:t>
            </a:r>
            <a:r>
              <a:rPr kumimoji="1" lang="ja-JP" altLang="en-US" sz="800" dirty="0"/>
              <a:t>なし**です。 </a:t>
            </a:r>
          </a:p>
          <a:p>
            <a:endParaRPr kumimoji="1" lang="ja-JP" altLang="en-US" sz="800" dirty="0"/>
          </a:p>
          <a:p>
            <a:r>
              <a:rPr kumimoji="1" lang="en-US" altLang="ja-JP" sz="800" dirty="0"/>
              <a:t>4. **LETH_AI.015**</a:t>
            </a:r>
          </a:p>
          <a:p>
            <a:r>
              <a:rPr kumimoji="1" lang="en-US" altLang="ja-JP" sz="800" dirty="0"/>
              <a:t>   **</a:t>
            </a:r>
            <a:r>
              <a:rPr kumimoji="1" lang="ja-JP" altLang="en-US" sz="800" dirty="0"/>
              <a:t>「回線</a:t>
            </a:r>
            <a:r>
              <a:rPr kumimoji="1" lang="en-US" altLang="ja-JP" sz="800" dirty="0"/>
              <a:t>/PMD</a:t>
            </a:r>
            <a:r>
              <a:rPr kumimoji="1" lang="ja-JP" altLang="en-US" sz="800" dirty="0"/>
              <a:t>由来の特定</a:t>
            </a:r>
            <a:r>
              <a:rPr kumimoji="1" lang="en-US" altLang="ja-JP" sz="800" dirty="0"/>
              <a:t>SILENCE</a:t>
            </a:r>
            <a:r>
              <a:rPr kumimoji="1" lang="ja-JP" altLang="en-US" sz="800" dirty="0"/>
              <a:t>化けで、次パケットが落ちる」**。</a:t>
            </a:r>
          </a:p>
          <a:p>
            <a:r>
              <a:rPr kumimoji="1" lang="ja-JP" altLang="en-US" sz="800" dirty="0"/>
              <a:t>   これも外部</a:t>
            </a:r>
            <a:r>
              <a:rPr kumimoji="1" lang="en-US" altLang="ja-JP" sz="800" dirty="0"/>
              <a:t>PMD transceiver</a:t>
            </a:r>
            <a:r>
              <a:rPr kumimoji="1" lang="ja-JP" altLang="en-US" sz="800" dirty="0"/>
              <a:t>や差動線のエラー起点で **次フレーム</a:t>
            </a:r>
            <a:r>
              <a:rPr kumimoji="1" lang="en-US" altLang="ja-JP" sz="800" dirty="0"/>
              <a:t>drop**</a:t>
            </a:r>
            <a:r>
              <a:rPr kumimoji="1" lang="ja-JP" altLang="en-US" sz="800" dirty="0"/>
              <a:t>、**</a:t>
            </a:r>
            <a:r>
              <a:rPr kumimoji="1" lang="en-US" altLang="ja-JP" sz="800" dirty="0"/>
              <a:t>workaround</a:t>
            </a:r>
            <a:r>
              <a:rPr kumimoji="1" lang="ja-JP" altLang="en-US" sz="800" dirty="0"/>
              <a:t>なし**です。 </a:t>
            </a:r>
          </a:p>
          <a:p>
            <a:endParaRPr kumimoji="1" lang="ja-JP" altLang="en-US" sz="800" dirty="0"/>
          </a:p>
          <a:p>
            <a:r>
              <a:rPr kumimoji="1" lang="en-US" altLang="ja-JP" sz="800" dirty="0"/>
              <a:t>5. **LETH_AI.016**</a:t>
            </a:r>
          </a:p>
          <a:p>
            <a:r>
              <a:rPr kumimoji="1" lang="en-US" altLang="ja-JP" sz="800" dirty="0"/>
              <a:t>   **</a:t>
            </a:r>
            <a:r>
              <a:rPr kumimoji="1" lang="ja-JP" altLang="en-US" sz="800" dirty="0"/>
              <a:t>「</a:t>
            </a:r>
            <a:r>
              <a:rPr kumimoji="1" lang="en-US" altLang="ja-JP" sz="800" dirty="0"/>
              <a:t>PLCA cycle time</a:t>
            </a:r>
            <a:r>
              <a:rPr kumimoji="1" lang="ja-JP" altLang="en-US" sz="800" dirty="0"/>
              <a:t>ずれで</a:t>
            </a:r>
            <a:r>
              <a:rPr kumimoji="1" lang="en-US" altLang="ja-JP" sz="800" dirty="0"/>
              <a:t>TO</a:t>
            </a:r>
            <a:r>
              <a:rPr kumimoji="1" lang="ja-JP" altLang="en-US" sz="800" dirty="0"/>
              <a:t>タイマ不一致となり、予期せぬ衝突を誘発」**。</a:t>
            </a:r>
          </a:p>
          <a:p>
            <a:r>
              <a:rPr kumimoji="1" lang="ja-JP" altLang="en-US" sz="800" dirty="0"/>
              <a:t>   通信不能までではないものの、マルチノードで</a:t>
            </a:r>
            <a:r>
              <a:rPr kumimoji="1" lang="en-US" altLang="ja-JP" sz="800" dirty="0"/>
              <a:t>PLCA</a:t>
            </a:r>
            <a:r>
              <a:rPr kumimoji="1" lang="ja-JP" altLang="en-US" sz="800" dirty="0"/>
              <a:t>前提運用だと安定性を崩しやすいです。 </a:t>
            </a:r>
          </a:p>
          <a:p>
            <a:endParaRPr kumimoji="1" lang="ja-JP" altLang="en-US" sz="800" dirty="0"/>
          </a:p>
          <a:p>
            <a:r>
              <a:rPr kumimoji="1" lang="en-US" altLang="ja-JP" sz="800" dirty="0"/>
              <a:t>6. **LETH_AI.019**</a:t>
            </a:r>
          </a:p>
          <a:p>
            <a:r>
              <a:rPr kumimoji="1" lang="en-US" altLang="ja-JP" sz="800" dirty="0"/>
              <a:t>   **</a:t>
            </a:r>
            <a:r>
              <a:rPr kumimoji="1" lang="ja-JP" altLang="en-US" sz="800" dirty="0"/>
              <a:t>「</a:t>
            </a:r>
            <a:r>
              <a:rPr kumimoji="1" lang="en-US" altLang="ja-JP" sz="800" dirty="0"/>
              <a:t>PLCA reset</a:t>
            </a:r>
            <a:r>
              <a:rPr kumimoji="1" lang="ja-JP" altLang="en-US" sz="800" dirty="0"/>
              <a:t>ビットが自己クリアせず、ソフトで明示解除が必要」**。</a:t>
            </a:r>
          </a:p>
          <a:p>
            <a:r>
              <a:rPr kumimoji="1" lang="ja-JP" altLang="en-US" sz="800" dirty="0"/>
              <a:t>   初期化・復旧シーケンスの罠ですが、**ソフト回避あり**なので上の項目よりは軽いです。 </a:t>
            </a:r>
          </a:p>
          <a:p>
            <a:endParaRPr kumimoji="1" lang="ja-JP" altLang="en-US" sz="800" dirty="0"/>
          </a:p>
          <a:p>
            <a:r>
              <a:rPr kumimoji="1" lang="ja-JP" altLang="en-US" sz="800" dirty="0"/>
              <a:t>補足すると、**“</a:t>
            </a:r>
            <a:r>
              <a:rPr kumimoji="1" lang="en-US" altLang="ja-JP" sz="800" dirty="0"/>
              <a:t>PMD XCVR</a:t>
            </a:r>
            <a:r>
              <a:rPr kumimoji="1" lang="ja-JP" altLang="en-US" sz="800" dirty="0"/>
              <a:t>を使うだけで即</a:t>
            </a:r>
            <a:r>
              <a:rPr kumimoji="1" lang="en-US" altLang="ja-JP" sz="800" dirty="0"/>
              <a:t>NG” </a:t>
            </a:r>
            <a:r>
              <a:rPr kumimoji="1" lang="ja-JP" altLang="en-US" sz="800" dirty="0"/>
              <a:t>なのは実質 </a:t>
            </a:r>
            <a:r>
              <a:rPr kumimoji="1" lang="en-US" altLang="ja-JP" sz="800" dirty="0"/>
              <a:t>LETH_AI.014 </a:t>
            </a:r>
            <a:r>
              <a:rPr kumimoji="1" lang="ja-JP" altLang="en-US" sz="800" dirty="0"/>
              <a:t>が最も致命的**で、**</a:t>
            </a:r>
            <a:r>
              <a:rPr kumimoji="1" lang="en-US" altLang="ja-JP" sz="800" dirty="0"/>
              <a:t>LETH_AI.015 / .022 </a:t>
            </a:r>
            <a:r>
              <a:rPr kumimoji="1" lang="ja-JP" altLang="en-US" sz="800" dirty="0"/>
              <a:t>は回線エラーや</a:t>
            </a:r>
            <a:r>
              <a:rPr kumimoji="1" lang="en-US" altLang="ja-JP" sz="800" dirty="0"/>
              <a:t>PMD</a:t>
            </a:r>
            <a:r>
              <a:rPr kumimoji="1" lang="ja-JP" altLang="en-US" sz="800" dirty="0"/>
              <a:t>出力化け時の堅牢性問題**、**</a:t>
            </a:r>
            <a:r>
              <a:rPr kumimoji="1" lang="en-US" altLang="ja-JP" sz="800" dirty="0"/>
              <a:t>LETH_AI.016 / .020 / .019 </a:t>
            </a:r>
            <a:r>
              <a:rPr kumimoji="1" lang="ja-JP" altLang="en-US" sz="800" dirty="0"/>
              <a:t>は</a:t>
            </a:r>
            <a:r>
              <a:rPr kumimoji="1" lang="en-US" altLang="ja-JP" sz="800" dirty="0"/>
              <a:t>PLCA</a:t>
            </a:r>
            <a:r>
              <a:rPr kumimoji="1" lang="ja-JP" altLang="en-US" sz="800" dirty="0"/>
              <a:t>運用上の詰まりどころ**という見方が実務上しっくりきます。 </a:t>
            </a:r>
          </a:p>
          <a:p>
            <a:endParaRPr kumimoji="1" lang="ja-JP" altLang="en-US" sz="800" dirty="0"/>
          </a:p>
          <a:p>
            <a:r>
              <a:rPr kumimoji="1" lang="ja-JP" altLang="en-US" sz="800" dirty="0"/>
              <a:t>必要なら次に、**「</a:t>
            </a:r>
            <a:r>
              <a:rPr kumimoji="1" lang="en-US" altLang="ja-JP" sz="800" dirty="0"/>
              <a:t>PMD XCVR</a:t>
            </a:r>
            <a:r>
              <a:rPr kumimoji="1" lang="ja-JP" altLang="en-US" sz="800" dirty="0"/>
              <a:t>単体接続評価で最初に潰すべき</a:t>
            </a:r>
            <a:r>
              <a:rPr kumimoji="1" lang="en-US" altLang="ja-JP" sz="800" dirty="0"/>
              <a:t>3</a:t>
            </a:r>
            <a:r>
              <a:rPr kumimoji="1" lang="ja-JP" altLang="en-US" sz="800" dirty="0"/>
              <a:t>件」**に絞って出します。</a:t>
            </a:r>
          </a:p>
          <a:p>
            <a:endParaRPr kumimoji="1" lang="ja-JP" altLang="en-US" sz="800" dirty="0"/>
          </a:p>
          <a:p>
            <a:r>
              <a:rPr kumimoji="1" lang="en-US" altLang="ja-JP" sz="800" dirty="0"/>
              <a:t>[1]: https://www.infineon.com/assets/row/public/documents/10/52/infineon-aurix-tc4dx-ab-es-erratasheet-en.pdf "AURIX™ TC4Dx errata sheet"</a:t>
            </a:r>
          </a:p>
          <a:p>
            <a:endParaRPr kumimoji="1" lang="ja-JP" altLang="en-US" sz="800" dirty="0"/>
          </a:p>
        </p:txBody>
      </p:sp>
    </p:spTree>
    <p:extLst>
      <p:ext uri="{BB962C8B-B14F-4D97-AF65-F5344CB8AC3E}">
        <p14:creationId xmlns:p14="http://schemas.microsoft.com/office/powerpoint/2010/main" val="1726894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508052-AFD9-484E-A3B1-C550D29218DF}"/>
              </a:ext>
            </a:extLst>
          </p:cNvPr>
          <p:cNvSpPr txBox="1"/>
          <p:nvPr/>
        </p:nvSpPr>
        <p:spPr>
          <a:xfrm>
            <a:off x="720000" y="360000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STEP 1</a:t>
            </a:r>
            <a:r>
              <a:rPr kumimoji="1" lang="ja-JP" altLang="en-US" dirty="0"/>
              <a:t>の進め方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3445DF-BE93-A5BC-3D4E-436D74ED26C7}"/>
              </a:ext>
            </a:extLst>
          </p:cNvPr>
          <p:cNvSpPr txBox="1"/>
          <p:nvPr/>
        </p:nvSpPr>
        <p:spPr>
          <a:xfrm>
            <a:off x="868680" y="1042416"/>
            <a:ext cx="111191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評価ボードのサンプルコードに対して、</a:t>
            </a:r>
            <a:r>
              <a:rPr lang="en-US" altLang="ja-JP" sz="1400" dirty="0" err="1"/>
              <a:t>iLLD</a:t>
            </a:r>
            <a:r>
              <a:rPr lang="ja-JP" altLang="en-US" sz="1400" dirty="0"/>
              <a:t>を組込む。</a:t>
            </a:r>
            <a:endParaRPr lang="en-US" altLang="ja-JP" sz="1400" dirty="0"/>
          </a:p>
          <a:p>
            <a:r>
              <a:rPr lang="en-US" altLang="ja-JP" sz="1400" dirty="0"/>
              <a:t>(</a:t>
            </a:r>
            <a:r>
              <a:rPr lang="ja-JP" altLang="en-US" sz="1400" dirty="0"/>
              <a:t>評価ボードのサンプルコードが既に</a:t>
            </a:r>
            <a:r>
              <a:rPr lang="en-US" altLang="ja-JP" sz="1400" dirty="0" err="1"/>
              <a:t>iLLD</a:t>
            </a:r>
            <a:r>
              <a:rPr lang="ja-JP" altLang="en-US" sz="1400" dirty="0"/>
              <a:t>を使用している可能性あり。要確認。</a:t>
            </a:r>
            <a:r>
              <a:rPr lang="en-US" altLang="ja-JP" sz="1400" dirty="0"/>
              <a:t>)</a:t>
            </a:r>
          </a:p>
          <a:p>
            <a:r>
              <a:rPr lang="en-US" altLang="ja-JP" sz="1400" dirty="0">
                <a:hlinkClick r:id="rId2"/>
              </a:rPr>
              <a:t>illd_release_tc4x/</a:t>
            </a:r>
            <a:r>
              <a:rPr lang="en-US" altLang="ja-JP" sz="1400" dirty="0" err="1">
                <a:hlinkClick r:id="rId2"/>
              </a:rPr>
              <a:t>src</a:t>
            </a:r>
            <a:r>
              <a:rPr lang="en-US" altLang="ja-JP" sz="1400" dirty="0">
                <a:hlinkClick r:id="rId2"/>
              </a:rPr>
              <a:t>/Libraries/</a:t>
            </a:r>
            <a:r>
              <a:rPr lang="en-US" altLang="ja-JP" sz="1400" dirty="0" err="1">
                <a:hlinkClick r:id="rId2"/>
              </a:rPr>
              <a:t>iLLD</a:t>
            </a:r>
            <a:r>
              <a:rPr lang="en-US" altLang="ja-JP" sz="1400" dirty="0">
                <a:hlinkClick r:id="rId2"/>
              </a:rPr>
              <a:t>/TC4xx/</a:t>
            </a:r>
            <a:r>
              <a:rPr lang="en-US" altLang="ja-JP" sz="1400" dirty="0" err="1">
                <a:hlinkClick r:id="rId2"/>
              </a:rPr>
              <a:t>CpuGeneric</a:t>
            </a:r>
            <a:r>
              <a:rPr lang="en-US" altLang="ja-JP" sz="1400" dirty="0">
                <a:hlinkClick r:id="rId2"/>
              </a:rPr>
              <a:t>/Leth at main · Infineon/illd_release_tc4x · GitHub</a:t>
            </a:r>
            <a:endParaRPr lang="en-US" altLang="ja-JP" sz="1400" dirty="0"/>
          </a:p>
          <a:p>
            <a:endParaRPr lang="en-US" altLang="ja-JP" sz="1400" dirty="0"/>
          </a:p>
          <a:p>
            <a:r>
              <a:rPr lang="en-US" altLang="ja-JP" sz="1400" dirty="0"/>
              <a:t>Eth/</a:t>
            </a:r>
            <a:r>
              <a:rPr lang="en-US" altLang="ja-JP" sz="1400" dirty="0" err="1"/>
              <a:t>IfxLeth_Eth.h</a:t>
            </a:r>
            <a:r>
              <a:rPr lang="ja-JP" altLang="en-US" sz="1400" dirty="0"/>
              <a:t>のコメントに</a:t>
            </a:r>
            <a:r>
              <a:rPr lang="en-US" altLang="ja-JP" sz="1400" dirty="0"/>
              <a:t>loopback</a:t>
            </a:r>
            <a:r>
              <a:rPr lang="ja-JP" altLang="en-US" sz="1400" dirty="0"/>
              <a:t>のサンプルコードがある。これを使用する。</a:t>
            </a:r>
            <a:endParaRPr lang="en-US" altLang="ja-JP" sz="1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DF27B1E-779C-8BE2-E533-20711CEC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2340000"/>
            <a:ext cx="7344800" cy="404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0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1073</Words>
  <Application>Microsoft Office PowerPoint</Application>
  <PresentationFormat>ワイド画面</PresentationFormat>
  <Paragraphs>113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Takashi Niimura</dc:creator>
  <cp:lastModifiedBy>Takashi Niimura</cp:lastModifiedBy>
  <cp:revision>1</cp:revision>
  <dcterms:created xsi:type="dcterms:W3CDTF">2026-04-05T13:42:40Z</dcterms:created>
  <dcterms:modified xsi:type="dcterms:W3CDTF">2026-04-05T22:06:58Z</dcterms:modified>
</cp:coreProperties>
</file>
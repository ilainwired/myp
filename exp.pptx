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B1A359-D50E-F272-E84A-853868747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D5957A-88FB-4A3F-0867-C206825D5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37FE62-1F78-56DA-7DD2-157F709B7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8CDCC-0E02-4023-B769-3DB8950C1617}" type="datetimeFigureOut">
              <a:rPr kumimoji="1" lang="ja-JP" altLang="en-US" smtClean="0"/>
              <a:t>2026/10/9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8A66FC-2EF1-385C-392A-72FCC81F2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F1978A-0A05-131E-47DA-5F758A638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F384-EA2B-4295-9FAF-64441375EE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3959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2B5FF4-FA93-81CE-9800-8B9E45459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7B10E3-8F4C-3F76-656A-6A9E8A0DD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C0C140-AD4B-5160-71E6-E81FF2F90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8CDCC-0E02-4023-B769-3DB8950C1617}" type="datetimeFigureOut">
              <a:rPr kumimoji="1" lang="ja-JP" altLang="en-US" smtClean="0"/>
              <a:t>2026/10/9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A1E109-8A52-18AA-A2FC-0FE4590D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3E0226-A855-8F47-197B-D39237D9D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F384-EA2B-4295-9FAF-64441375EE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2091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EDA831-CC0A-B994-1DE9-DF5C902CB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5297CA-8F08-7598-26DD-21B7ECB4E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2D2561-73BE-00B1-0BED-4E59FB0C6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8CDCC-0E02-4023-B769-3DB8950C1617}" type="datetimeFigureOut">
              <a:rPr kumimoji="1" lang="ja-JP" altLang="en-US" smtClean="0"/>
              <a:t>2026/10/9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AAF8C9-5E1D-2C9F-376C-E70DD50F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2E7985-4D58-0528-6F95-3B3347DC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F384-EA2B-4295-9FAF-64441375EE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1180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5D4BEF-732A-7F5F-A307-70281FE62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52804F-8C41-61D6-3DAA-5EF5DB825E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05D57D5-B804-E9A3-E213-B0818D4A0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A041A2-C95D-9D78-C48C-546FEA34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8CDCC-0E02-4023-B769-3DB8950C1617}" type="datetimeFigureOut">
              <a:rPr kumimoji="1" lang="ja-JP" altLang="en-US" smtClean="0"/>
              <a:t>2026/10/9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F78588-9798-1CCE-D31C-23D155646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6A6709-85B2-4F84-885E-C0A85BD2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F384-EA2B-4295-9FAF-64441375EE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0471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14E192-8500-ED8E-0213-1FAAAA3A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9502E6-2F0D-2A23-ACD8-380B205D5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78CA4C-5027-57DC-B765-B56BD5531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DBC1D60-50B7-DE04-CBEA-AD0AE5BE2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BF69868-AA69-BE5C-1C58-C7300575BF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42F1A1B-5359-6E72-B733-BCA7BAFBE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8CDCC-0E02-4023-B769-3DB8950C1617}" type="datetimeFigureOut">
              <a:rPr kumimoji="1" lang="ja-JP" altLang="en-US" smtClean="0"/>
              <a:t>2026/10/9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7A91535-EB8D-22C8-A06A-0FEB16BEB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72D482B-3639-00B3-0E8B-EC70435D3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F384-EA2B-4295-9FAF-64441375EE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8751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8301CB-F1F3-7C1C-8A70-7F8611349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98764F8-809C-7404-9913-023E09E7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8CDCC-0E02-4023-B769-3DB8950C1617}" type="datetimeFigureOut">
              <a:rPr kumimoji="1" lang="ja-JP" altLang="en-US" smtClean="0"/>
              <a:t>2026/10/9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A7EB0C4-DDCE-CA7C-948F-86B38ED32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DB69506-2246-46DD-2950-63A06ABD6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F384-EA2B-4295-9FAF-64441375EE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57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78A13A1-CB4B-5D07-C7A1-0AF5A4906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8CDCC-0E02-4023-B769-3DB8950C1617}" type="datetimeFigureOut">
              <a:rPr kumimoji="1" lang="ja-JP" altLang="en-US" smtClean="0"/>
              <a:t>2026/10/9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EEFE7EF-BC38-4213-B986-1BBD06C8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FE6F164-62E7-F94B-7F5C-F454DCFB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F384-EA2B-4295-9FAF-64441375EE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2354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3D5FEE-8D1C-FA68-87BD-900D29C8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76D511-C56B-B389-6387-A5232D782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5DBB5-3013-FDFD-CCB9-1166A6AA0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279326-CF73-D5AF-21FE-E99D3D15E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8CDCC-0E02-4023-B769-3DB8950C1617}" type="datetimeFigureOut">
              <a:rPr kumimoji="1" lang="ja-JP" altLang="en-US" smtClean="0"/>
              <a:t>2026/10/9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16D26C-6D16-46D0-ABDC-3753A5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6C1B65-D6C0-BD3B-F23D-60F8DF2AB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F384-EA2B-4295-9FAF-64441375EE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8769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F2234C-BB42-95FE-BDBB-6160BB7E5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D934E3C-39C3-B88D-53E0-0DEB4D355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F64608E-71B0-EFDE-F6A5-182D6DE46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176FC5-396F-79CB-9848-E66EB259D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8CDCC-0E02-4023-B769-3DB8950C1617}" type="datetimeFigureOut">
              <a:rPr kumimoji="1" lang="ja-JP" altLang="en-US" smtClean="0"/>
              <a:t>2026/10/9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55B5255-ACD7-5551-56FD-E3719462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37F6A9-6345-6A53-021A-2B9135BF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F384-EA2B-4295-9FAF-64441375EE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3827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474348-3465-7437-0022-1C297CE2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BEF4CD-3CD8-D961-40D4-4FCA6D828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190327-1CC1-B325-4EBF-1965724E2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8CDCC-0E02-4023-B769-3DB8950C1617}" type="datetimeFigureOut">
              <a:rPr kumimoji="1" lang="ja-JP" altLang="en-US" smtClean="0"/>
              <a:t>2026/10/9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3F621A-0F50-9DEC-F76B-F4DEE5C82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639E7E-4190-6516-4B63-8430C6FF3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F384-EA2B-4295-9FAF-64441375EE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985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3043D4F-4167-22B1-68C1-807DA413E0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8F00D3B-92BE-292E-87A6-1511B22A3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924DDC-1869-9AA1-43AD-118ADBDB9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8CDCC-0E02-4023-B769-3DB8950C1617}" type="datetimeFigureOut">
              <a:rPr kumimoji="1" lang="ja-JP" altLang="en-US" smtClean="0"/>
              <a:t>2026/10/9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E9A7B8-3A15-403D-6DEA-098BB73EA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140A6F-5DF0-BF2F-F032-06524E40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F384-EA2B-4295-9FAF-64441375EE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56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A22795D-6BCD-8BD8-D7CB-89F1106D4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65B243-81F4-DF1E-D13E-FD9412676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AF0617-B85E-7287-9270-095F09BDDC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8CDCC-0E02-4023-B769-3DB8950C1617}" type="datetimeFigureOut">
              <a:rPr kumimoji="1" lang="ja-JP" altLang="en-US" smtClean="0"/>
              <a:t>2026/10/9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EAC00B-E673-68C2-ACE8-2EDFFB35A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B272F1-C452-4908-A57C-1787C52E0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3F384-EA2B-4295-9FAF-64441375EE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81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E049FC30-12E0-5D1A-B957-177C260628A4}"/>
              </a:ext>
            </a:extLst>
          </p:cNvPr>
          <p:cNvSpPr/>
          <p:nvPr/>
        </p:nvSpPr>
        <p:spPr>
          <a:xfrm>
            <a:off x="7027396" y="3333985"/>
            <a:ext cx="2160000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RAM</a:t>
            </a:r>
            <a:r>
              <a:rPr kumimoji="1" lang="ja-JP" altLang="en-US" sz="1400" dirty="0"/>
              <a:t>解析指示</a:t>
            </a:r>
            <a:r>
              <a:rPr kumimoji="1" lang="en-US" altLang="ja-JP" sz="1400" dirty="0"/>
              <a:t>.md</a:t>
            </a:r>
            <a:endParaRPr kumimoji="1" lang="ja-JP" altLang="en-US" sz="1400" dirty="0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22E763CE-FF33-8823-6674-8E23F8ACD277}"/>
              </a:ext>
            </a:extLst>
          </p:cNvPr>
          <p:cNvSpPr/>
          <p:nvPr/>
        </p:nvSpPr>
        <p:spPr>
          <a:xfrm>
            <a:off x="701992" y="2184764"/>
            <a:ext cx="21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アクセスマトリクス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9106EBB7-31C5-6256-5A05-5A8BEBAEA355}"/>
              </a:ext>
            </a:extLst>
          </p:cNvPr>
          <p:cNvSpPr/>
          <p:nvPr/>
        </p:nvSpPr>
        <p:spPr>
          <a:xfrm>
            <a:off x="3272959" y="2942559"/>
            <a:ext cx="21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プロジェクト</a:t>
            </a:r>
            <a:endParaRPr lang="en-US" altLang="ja-JP" sz="1400" dirty="0"/>
          </a:p>
          <a:p>
            <a:pPr algn="ctr"/>
            <a:r>
              <a:rPr lang="ja-JP" altLang="en-US" sz="1400" dirty="0"/>
              <a:t>ソースコード</a:t>
            </a:r>
            <a:endParaRPr kumimoji="1" lang="ja-JP" altLang="en-US" sz="1400" dirty="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52F91DCF-EB3E-D12F-4FCB-244BB21F357E}"/>
              </a:ext>
            </a:extLst>
          </p:cNvPr>
          <p:cNvSpPr/>
          <p:nvPr/>
        </p:nvSpPr>
        <p:spPr>
          <a:xfrm>
            <a:off x="607009" y="3639865"/>
            <a:ext cx="21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最終解析結果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8153B288-6881-12CA-C853-6BA849B649B3}"/>
              </a:ext>
            </a:extLst>
          </p:cNvPr>
          <p:cNvSpPr/>
          <p:nvPr/>
        </p:nvSpPr>
        <p:spPr>
          <a:xfrm>
            <a:off x="3161531" y="995638"/>
            <a:ext cx="21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マニュアル</a:t>
            </a:r>
            <a:endParaRPr kumimoji="1" lang="en-US" altLang="ja-JP" sz="1400" dirty="0"/>
          </a:p>
          <a:p>
            <a:pPr algn="ctr"/>
            <a:r>
              <a:rPr kumimoji="1" lang="en-US" altLang="ja-JP" sz="1400" dirty="0"/>
              <a:t>(</a:t>
            </a:r>
            <a:r>
              <a:rPr kumimoji="1" lang="ja-JP" altLang="en-US" sz="1400" dirty="0"/>
              <a:t>公開関数一覧</a:t>
            </a:r>
            <a:r>
              <a:rPr kumimoji="1" lang="en-US" altLang="ja-JP" sz="1400" dirty="0"/>
              <a:t>)</a:t>
            </a:r>
            <a:endParaRPr kumimoji="1" lang="ja-JP" altLang="en-US" sz="1400" dirty="0"/>
          </a:p>
        </p:txBody>
      </p: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DBF6F971-0E6F-5699-461B-429E8EF91384}"/>
              </a:ext>
            </a:extLst>
          </p:cNvPr>
          <p:cNvCxnSpPr>
            <a:cxnSpLocks/>
            <a:stCxn id="44" idx="2"/>
            <a:endCxn id="40" idx="3"/>
          </p:cNvCxnSpPr>
          <p:nvPr/>
        </p:nvCxnSpPr>
        <p:spPr>
          <a:xfrm rot="5400000">
            <a:off x="3092199" y="1305432"/>
            <a:ext cx="919126" cy="13795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コネクタ: カギ線 45">
            <a:extLst>
              <a:ext uri="{FF2B5EF4-FFF2-40B4-BE49-F238E27FC236}">
                <a16:creationId xmlns:a16="http://schemas.microsoft.com/office/drawing/2014/main" id="{F355A33B-9073-3C3A-AABE-F03981852A2F}"/>
              </a:ext>
            </a:extLst>
          </p:cNvPr>
          <p:cNvCxnSpPr>
            <a:cxnSpLocks/>
            <a:stCxn id="41" idx="0"/>
            <a:endCxn id="40" idx="3"/>
          </p:cNvCxnSpPr>
          <p:nvPr/>
        </p:nvCxnSpPr>
        <p:spPr>
          <a:xfrm rot="16200000" flipV="1">
            <a:off x="3363579" y="1953178"/>
            <a:ext cx="487795" cy="14909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C1BE5427-552E-3570-97FF-2C9E5E6E8E1E}"/>
              </a:ext>
            </a:extLst>
          </p:cNvPr>
          <p:cNvSpPr/>
          <p:nvPr/>
        </p:nvSpPr>
        <p:spPr>
          <a:xfrm>
            <a:off x="9782083" y="3294750"/>
            <a:ext cx="2160000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タスク干渉解析指示</a:t>
            </a:r>
            <a:r>
              <a:rPr kumimoji="1" lang="en-US" altLang="ja-JP" sz="1400" dirty="0"/>
              <a:t>.md</a:t>
            </a:r>
            <a:endParaRPr kumimoji="1" lang="ja-JP" altLang="en-US" sz="1400" dirty="0"/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015FCE7F-021A-4AAB-D7F0-230C6C598355}"/>
              </a:ext>
            </a:extLst>
          </p:cNvPr>
          <p:cNvSpPr/>
          <p:nvPr/>
        </p:nvSpPr>
        <p:spPr>
          <a:xfrm>
            <a:off x="421241" y="811657"/>
            <a:ext cx="5465851" cy="42833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4" name="正方形/長方形 143">
            <a:extLst>
              <a:ext uri="{FF2B5EF4-FFF2-40B4-BE49-F238E27FC236}">
                <a16:creationId xmlns:a16="http://schemas.microsoft.com/office/drawing/2014/main" id="{9FB6C4CA-766F-5513-EADF-0BC77A8CCEB6}"/>
              </a:ext>
            </a:extLst>
          </p:cNvPr>
          <p:cNvSpPr/>
          <p:nvPr/>
        </p:nvSpPr>
        <p:spPr>
          <a:xfrm>
            <a:off x="7027396" y="5718218"/>
            <a:ext cx="2160000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解析結果</a:t>
            </a:r>
            <a:endParaRPr kumimoji="1" lang="ja-JP" altLang="en-US" sz="1400" dirty="0"/>
          </a:p>
        </p:txBody>
      </p:sp>
      <p:sp>
        <p:nvSpPr>
          <p:cNvPr id="149" name="正方形/長方形 148">
            <a:extLst>
              <a:ext uri="{FF2B5EF4-FFF2-40B4-BE49-F238E27FC236}">
                <a16:creationId xmlns:a16="http://schemas.microsoft.com/office/drawing/2014/main" id="{DDABB9B7-5D45-55C8-9BBD-F43DEF96A30A}"/>
              </a:ext>
            </a:extLst>
          </p:cNvPr>
          <p:cNvSpPr/>
          <p:nvPr/>
        </p:nvSpPr>
        <p:spPr>
          <a:xfrm>
            <a:off x="7027396" y="4434548"/>
            <a:ext cx="2160000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RAM</a:t>
            </a:r>
            <a:r>
              <a:rPr lang="ja-JP" altLang="en-US" sz="1400" dirty="0"/>
              <a:t>一覧</a:t>
            </a:r>
            <a:r>
              <a:rPr lang="en-US" altLang="ja-JP" sz="1400" dirty="0"/>
              <a:t>.csv</a:t>
            </a:r>
            <a:endParaRPr kumimoji="1" lang="ja-JP" altLang="en-US" sz="1400" dirty="0"/>
          </a:p>
        </p:txBody>
      </p:sp>
      <p:cxnSp>
        <p:nvCxnSpPr>
          <p:cNvPr id="159" name="コネクタ: カギ線 158">
            <a:extLst>
              <a:ext uri="{FF2B5EF4-FFF2-40B4-BE49-F238E27FC236}">
                <a16:creationId xmlns:a16="http://schemas.microsoft.com/office/drawing/2014/main" id="{9AE0825D-A8E3-FA22-AF83-7EBE862B6705}"/>
              </a:ext>
            </a:extLst>
          </p:cNvPr>
          <p:cNvCxnSpPr>
            <a:cxnSpLocks/>
            <a:stCxn id="135" idx="3"/>
            <a:endCxn id="70" idx="0"/>
          </p:cNvCxnSpPr>
          <p:nvPr/>
        </p:nvCxnSpPr>
        <p:spPr>
          <a:xfrm>
            <a:off x="5887092" y="2953312"/>
            <a:ext cx="4974991" cy="341438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コネクタ: カギ線 161">
            <a:extLst>
              <a:ext uri="{FF2B5EF4-FFF2-40B4-BE49-F238E27FC236}">
                <a16:creationId xmlns:a16="http://schemas.microsoft.com/office/drawing/2014/main" id="{1EB03B50-18A1-8AFB-186B-0EE12DE58D38}"/>
              </a:ext>
            </a:extLst>
          </p:cNvPr>
          <p:cNvCxnSpPr>
            <a:cxnSpLocks/>
            <a:stCxn id="135" idx="3"/>
            <a:endCxn id="68" idx="0"/>
          </p:cNvCxnSpPr>
          <p:nvPr/>
        </p:nvCxnSpPr>
        <p:spPr>
          <a:xfrm>
            <a:off x="5887092" y="2953312"/>
            <a:ext cx="2220304" cy="380673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7149216-41D9-1348-E8B6-6B409B43BAB4}"/>
              </a:ext>
            </a:extLst>
          </p:cNvPr>
          <p:cNvCxnSpPr>
            <a:stCxn id="68" idx="2"/>
            <a:endCxn id="149" idx="0"/>
          </p:cNvCxnSpPr>
          <p:nvPr/>
        </p:nvCxnSpPr>
        <p:spPr>
          <a:xfrm>
            <a:off x="8107396" y="3873985"/>
            <a:ext cx="0" cy="56056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518114BD-A8A0-5037-E49A-946783AED972}"/>
              </a:ext>
            </a:extLst>
          </p:cNvPr>
          <p:cNvCxnSpPr>
            <a:cxnSpLocks/>
            <a:stCxn id="149" idx="2"/>
            <a:endCxn id="144" idx="0"/>
          </p:cNvCxnSpPr>
          <p:nvPr/>
        </p:nvCxnSpPr>
        <p:spPr>
          <a:xfrm>
            <a:off x="8107396" y="4974548"/>
            <a:ext cx="0" cy="74367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539F9EEF-234B-7133-F754-8D43BD088698}"/>
              </a:ext>
            </a:extLst>
          </p:cNvPr>
          <p:cNvCxnSpPr>
            <a:cxnSpLocks/>
            <a:stCxn id="41" idx="3"/>
            <a:endCxn id="149" idx="1"/>
          </p:cNvCxnSpPr>
          <p:nvPr/>
        </p:nvCxnSpPr>
        <p:spPr>
          <a:xfrm>
            <a:off x="5432959" y="3212559"/>
            <a:ext cx="1594437" cy="1491989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コネクタ: カギ線 182">
            <a:extLst>
              <a:ext uri="{FF2B5EF4-FFF2-40B4-BE49-F238E27FC236}">
                <a16:creationId xmlns:a16="http://schemas.microsoft.com/office/drawing/2014/main" id="{70606215-24DD-0AB8-2977-0F6D1815B44B}"/>
              </a:ext>
            </a:extLst>
          </p:cNvPr>
          <p:cNvCxnSpPr>
            <a:cxnSpLocks/>
            <a:stCxn id="41" idx="3"/>
            <a:endCxn id="144" idx="1"/>
          </p:cNvCxnSpPr>
          <p:nvPr/>
        </p:nvCxnSpPr>
        <p:spPr>
          <a:xfrm>
            <a:off x="5432959" y="3212559"/>
            <a:ext cx="1594437" cy="2775659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3AFC037-1AB2-B0E3-6528-5C2D687B53BC}"/>
              </a:ext>
            </a:extLst>
          </p:cNvPr>
          <p:cNvCxnSpPr>
            <a:cxnSpLocks/>
            <a:stCxn id="70" idx="2"/>
            <a:endCxn id="144" idx="3"/>
          </p:cNvCxnSpPr>
          <p:nvPr/>
        </p:nvCxnSpPr>
        <p:spPr>
          <a:xfrm rot="5400000">
            <a:off x="8948006" y="4074141"/>
            <a:ext cx="2153468" cy="1674687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コネクタ: カギ線 223">
            <a:extLst>
              <a:ext uri="{FF2B5EF4-FFF2-40B4-BE49-F238E27FC236}">
                <a16:creationId xmlns:a16="http://schemas.microsoft.com/office/drawing/2014/main" id="{B5C2BD4E-759A-A820-C32C-F909CF9B330D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 rot="5400000">
            <a:off x="1276951" y="3134823"/>
            <a:ext cx="915101" cy="949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4445500C-09E4-F47E-ECC0-073A62D2345F}"/>
              </a:ext>
            </a:extLst>
          </p:cNvPr>
          <p:cNvCxnSpPr>
            <a:cxnSpLocks/>
            <a:stCxn id="44" idx="3"/>
            <a:endCxn id="149" idx="3"/>
          </p:cNvCxnSpPr>
          <p:nvPr/>
        </p:nvCxnSpPr>
        <p:spPr>
          <a:xfrm>
            <a:off x="5321531" y="1265638"/>
            <a:ext cx="3865865" cy="3438910"/>
          </a:xfrm>
          <a:prstGeom prst="bentConnector3">
            <a:avLst>
              <a:gd name="adj1" fmla="val 10591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テキスト ボックス 263">
            <a:extLst>
              <a:ext uri="{FF2B5EF4-FFF2-40B4-BE49-F238E27FC236}">
                <a16:creationId xmlns:a16="http://schemas.microsoft.com/office/drawing/2014/main" id="{4EF8302B-378C-F98A-514F-9276F2D6EC7A}"/>
              </a:ext>
            </a:extLst>
          </p:cNvPr>
          <p:cNvSpPr txBox="1"/>
          <p:nvPr/>
        </p:nvSpPr>
        <p:spPr>
          <a:xfrm>
            <a:off x="421241" y="5356737"/>
            <a:ext cx="45514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</a:t>
            </a:r>
            <a:r>
              <a:rPr lang="en-US" altLang="ja-JP" dirty="0"/>
              <a:t>RAM</a:t>
            </a:r>
            <a:r>
              <a:rPr lang="ja-JP" altLang="en-US" dirty="0"/>
              <a:t>一覧が入力ファイルと同一。これは正しいが、入力ファイルを転記してないか気になっている。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30473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ワイド画面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Takashi Niimura</dc:creator>
  <cp:lastModifiedBy>Takashi Niimura</cp:lastModifiedBy>
  <cp:revision>1</cp:revision>
  <dcterms:created xsi:type="dcterms:W3CDTF">2026-10-08T22:10:18Z</dcterms:created>
  <dcterms:modified xsi:type="dcterms:W3CDTF">2026-10-08T22:10:29Z</dcterms:modified>
</cp:coreProperties>
</file>